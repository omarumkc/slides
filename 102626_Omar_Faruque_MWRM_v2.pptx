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95" r:id="rId2"/>
    <p:sldId id="573" r:id="rId3"/>
    <p:sldId id="561" r:id="rId4"/>
    <p:sldId id="485" r:id="rId5"/>
    <p:sldId id="451" r:id="rId6"/>
    <p:sldId id="578" r:id="rId7"/>
    <p:sldId id="559" r:id="rId8"/>
    <p:sldId id="574" r:id="rId9"/>
    <p:sldId id="579" r:id="rId10"/>
    <p:sldId id="580" r:id="rId11"/>
    <p:sldId id="57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52" userDrawn="1">
          <p15:clr>
            <a:srgbClr val="A4A3A4"/>
          </p15:clr>
        </p15:guide>
        <p15:guide id="2" pos="7584" userDrawn="1">
          <p15:clr>
            <a:srgbClr val="A4A3A4"/>
          </p15:clr>
        </p15:guide>
        <p15:guide id="3" orient="horz" pos="3096" userDrawn="1">
          <p15:clr>
            <a:srgbClr val="A4A3A4"/>
          </p15:clr>
        </p15:guide>
        <p15:guide id="4" orient="horz" pos="32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500"/>
    <a:srgbClr val="FFFFFF"/>
    <a:srgbClr val="FEE3D4"/>
    <a:srgbClr val="C3F2C8"/>
    <a:srgbClr val="CCEEFD"/>
    <a:srgbClr val="156082"/>
    <a:srgbClr val="9C99EF"/>
    <a:srgbClr val="CF7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DA8747-6242-20F4-1418-4AF73DB3CAAF}" v="51" dt="2026-02-27T21:52:56.1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65"/>
    <p:restoredTop sz="89073"/>
  </p:normalViewPr>
  <p:slideViewPr>
    <p:cSldViewPr>
      <p:cViewPr varScale="1">
        <p:scale>
          <a:sx n="107" d="100"/>
          <a:sy n="107" d="100"/>
        </p:scale>
        <p:origin x="1104" y="168"/>
      </p:cViewPr>
      <p:guideLst>
        <p:guide orient="horz" pos="1152"/>
        <p:guide pos="7584"/>
        <p:guide orient="horz" pos="3096"/>
        <p:guide orient="horz" pos="32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5" d="100"/>
        <a:sy n="95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57150" cy="5715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89996-3115-EC48-BDCE-BB36A0F1CC9F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D4ACF-68DF-7740-A3E8-2F12C7B42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31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D4ACF-68DF-7740-A3E8-2F12C7B42C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888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1D677-0C33-1A7C-05F8-FFEB04645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D01BA6-AB63-E990-7396-DF46CA9F1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29BB2-BC52-B5D1-4380-110D6A646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algn="just">
              <a:buFont typeface="Wingdings" pitchFamily="2" charset="2"/>
              <a:buChar char="Ø"/>
            </a:pPr>
            <a:endParaRPr lang="en-US" sz="1200" dirty="0">
              <a:latin typeface="Times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4BE82-C05A-812B-3E44-7730E24F3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A35C1-4173-0B4A-807B-66CCCDA97B9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01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269A3-9823-9340-909C-92FEEAC8F96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73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A35C1-4173-0B4A-807B-66CCCDA97B9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490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57A3F-6C52-E3E2-AEBE-13AE644CA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E82EA6-E214-E3E6-F3BC-9642C494F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6A50D-55C6-AAAB-231A-35926FBF3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04893-17A6-8B89-753A-067A1CEA8D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D4ACF-68DF-7740-A3E8-2F12C7B42C2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036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43EEC-88A2-76A3-04DC-D2A972B03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EFE217-EA14-4CD6-15E4-2DD8E39024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65108D-4AC2-FD42-7372-6758662A6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2DCEF-6E83-76CC-E89E-7319CD9A80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D4ACF-68DF-7740-A3E8-2F12C7B42C2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933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8680A-09C0-609F-F35A-7DEF65757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99D916-F8CB-8CEA-DB15-8E46EE617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C2B05-4A20-C527-6FDC-970F62BC8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21C83-6930-D59B-6590-207744E38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269A3-9823-9340-909C-92FEEAC8F96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769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3285C-301C-346D-2DB1-35A8A15F8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AA5F02-98C9-835B-C109-0B95EBDCD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6F8CF-7424-A69A-DC92-FEA9654EE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86361-AE2E-65B4-8EDB-FE34ED3369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D4ACF-68DF-7740-A3E8-2F12C7B42C2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22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81564-4027-41F1-2538-4DD4CBCF1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F451B7-BEE0-5CFA-44B2-BE68676EA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DFBD72-E8B9-482D-D3FB-9BD5714CB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C949A-267F-0984-5709-51B5CE38C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D4ACF-68DF-7740-A3E8-2F12C7B42C2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269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A35C1-4173-0B4A-807B-66CCCDA97B9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354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9AAAB-9B11-7908-7761-065AC738A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D6957E-934C-3EDD-A2F0-31CEF4D907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209AE-4248-69C7-4170-9DF41A90A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18FB4-2FE4-5048-9B53-B7BD0ECA44C3}" type="datetime1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FA2B2-0828-F8E2-6ED5-097757AF8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33CE3-BCEE-3D0A-3B18-5C2A107D6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EF38-5AD9-5146-AC5D-BAE79971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176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C5D-38FC-7624-BCD3-EE8D8C05C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553245"/>
          </a:xfrm>
          <a:noFill/>
        </p:spPr>
        <p:txBody>
          <a:bodyPr/>
          <a:lstStyle>
            <a:lvl1pPr algn="ctr">
              <a:defRPr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987B7-A849-34CD-CD08-96067031E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71500"/>
            <a:ext cx="12192000" cy="5605463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AFF63-DD8A-7CEB-BFD0-D97B7B486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9214242F-9E3E-D140-8E9B-2EF8D9FAF35D}" type="datetime1">
              <a:rPr lang="en-US" smtClean="0"/>
              <a:t>10/25/26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C6A9F-267D-159F-058D-6475AFA28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CD9D8-F740-86BF-634F-50FA5ED74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10700" y="6492875"/>
            <a:ext cx="2743200" cy="365125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E0BEF38-5AD9-5146-AC5D-BAE799716642}" type="slidenum">
              <a:rPr lang="en-US" smtClean="0"/>
              <a:pPr/>
              <a:t>‹#›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BDF30C-61D1-A666-2526-16BE5FB7735E}"/>
              </a:ext>
            </a:extLst>
          </p:cNvPr>
          <p:cNvCxnSpPr/>
          <p:nvPr userDrawn="1"/>
        </p:nvCxnSpPr>
        <p:spPr>
          <a:xfrm>
            <a:off x="609600" y="581631"/>
            <a:ext cx="109728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768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8886B-CE91-7719-048F-CF207A54F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DD36F-59C5-A978-EF37-FF8311325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E7504-5FFC-DF81-5263-ED78370A7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60995-5163-644D-B1EE-B22338C0F05C}" type="datetime1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ED8DA-74FA-E63E-948D-B6F49F09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2E538-17FC-097B-8536-5EFB7548B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EF38-5AD9-5146-AC5D-BAE79971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772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9E92C-4788-8E9E-4763-434C22E70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2B54C-3B64-07D7-F952-20E498C7CD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9C2E1-4459-BF4C-1088-59F2880B7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D57B4-52F4-316F-BD68-78209768E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788C6-C2FA-6C4E-99E8-7F3ACBEB80A6}" type="datetime1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858B9-7980-9C81-5C71-928F80669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63EB0-A7B1-381B-AE09-8A0E15224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EF38-5AD9-5146-AC5D-BAE79971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15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82FB2-077B-27F0-8DD2-69736AE3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8A566-BAF8-EEF7-5AC2-D75D584BE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2D6BA-471E-6550-751A-20EF56E7A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FB5453-2A31-7DB1-6209-1A0AAD70AF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C18FD4-81DF-F216-8521-44AEF2679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840ECD-9BDD-22CB-9D07-C90AACAB9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C4075-FE72-3B46-BB21-96F9CB52C024}" type="datetime1">
              <a:rPr lang="en-US" smtClean="0"/>
              <a:t>10/25/26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671C33-EE49-3A70-C418-446388A0A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8BE008-6BCF-B308-34FF-B59E5FD9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EF38-5AD9-5146-AC5D-BAE79971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681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EE034-7835-DD83-A183-EA9D6E781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98DF381-A8BD-464A-AE7D-243E85F57D30}" type="datetime1">
              <a:rPr lang="en-US" smtClean="0"/>
              <a:t>10/25/26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24E3D3-267C-C9A8-D53E-95761628E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3B7AD7-2C2F-A34C-E9B9-E1F9D1862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E0BEF38-5AD9-5146-AC5D-BAE799716642}" type="slidenum">
              <a:rPr lang="en-US" smtClean="0"/>
              <a:pPr/>
              <a:t>‹#›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03D214A-AEB3-4053-0CB3-D26E8CEAB1BE}"/>
              </a:ext>
            </a:extLst>
          </p:cNvPr>
          <p:cNvCxnSpPr/>
          <p:nvPr userDrawn="1"/>
        </p:nvCxnSpPr>
        <p:spPr>
          <a:xfrm>
            <a:off x="609600" y="581631"/>
            <a:ext cx="109728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BDF454D8-9F9B-60C9-3BE3-EB68562FA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553245"/>
          </a:xfrm>
          <a:noFill/>
        </p:spPr>
        <p:txBody>
          <a:bodyPr/>
          <a:lstStyle>
            <a:lvl1pPr algn="ctr">
              <a:defRPr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6816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70F96-B280-945C-7EB5-8074A72BF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9DC7144A-9FF7-4D42-A4E4-204160A510C5}" type="datetime1">
              <a:rPr lang="en-US" smtClean="0"/>
              <a:t>10/25/26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216A34-E510-EC8A-B554-F6DA975B6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DE38C-8C2D-1EC9-344D-6AE80A2CB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E0BEF38-5AD9-5146-AC5D-BAE799716642}" type="slidenum">
              <a:rPr lang="en-US" smtClean="0"/>
              <a:pPr/>
              <a:t>‹#›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B03908B-BEEF-F604-FCD3-8D11404A907E}"/>
              </a:ext>
            </a:extLst>
          </p:cNvPr>
          <p:cNvCxnSpPr/>
          <p:nvPr userDrawn="1"/>
        </p:nvCxnSpPr>
        <p:spPr>
          <a:xfrm>
            <a:off x="609600" y="581631"/>
            <a:ext cx="109728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67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0D435-A28A-3F7A-09EC-E252148B0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06914-4F2A-9B2C-87CD-99224C935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12B90-CC29-8476-009F-361C41682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5DB21-D43C-957F-0C9A-FED32F580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E023A-B47B-784C-B559-9566245B8C40}" type="datetime1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A82D2-70FB-46BD-9656-F453F4269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A9DAE-4F52-6932-1F38-B8860343E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EF38-5AD9-5146-AC5D-BAE79971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58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7CE77-154C-EE16-C7B5-2821CFF3E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22749A-82CF-41C9-8890-38FE9039D9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D6BCC-3F83-E2FF-F1A4-8E85C18ED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1794E-6FEE-6491-F9C5-CAEA91D93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F771-F074-5547-A507-CC739F59AB7D}" type="datetime1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CD6A1-C29F-9F5D-0A1A-E41EBF98B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9056E-0FCD-DE1B-15D1-412B758AB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EF38-5AD9-5146-AC5D-BAE79971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089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C16B-917B-DADF-D6A6-AE607504E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39B888-B435-F492-F322-348E1B173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5211D-ABEA-E854-0738-BE637F200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7C5D1-421B-9A4F-976F-A46E31153BC0}" type="datetime1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DD1DD-162E-84F5-66CB-418A600F8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68A57-346B-CAFB-CECF-8D5AF43CE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EF38-5AD9-5146-AC5D-BAE79971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029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D98724-F398-8080-2414-834D8D9511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1490E1-922A-CA3E-1076-BD449B8D0C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A3D53-9D86-8197-D750-F87306937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87E65-C1B5-5246-930D-F47C0BCC3970}" type="datetime1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02FF6-1749-C5EE-3F64-4EE39DB17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13AFA-79A8-9FFA-6CF0-7B606CE0C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EF38-5AD9-5146-AC5D-BAE79971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026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5696EF-5CF4-0849-C675-8696CC900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70299-7A6D-6501-D6F1-43E28C34C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67462-14F4-47C0-F899-DB698C71C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20245-9AA4-2249-BDBE-A10ED1722003}" type="datetime1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3FB6E-2446-AD19-9E1B-411F97367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87A59-95B8-5A6E-79D2-7D43350FB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BEF38-5AD9-5146-AC5D-BAE79971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01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2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70.png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10.png"/><Relationship Id="rId4" Type="http://schemas.openxmlformats.org/officeDocument/2006/relationships/image" Target="../media/image28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10.09961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g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43C73-6008-7E9B-E8B3-52292BACC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2324" y="228599"/>
            <a:ext cx="8569927" cy="1885951"/>
          </a:xfrm>
          <a:solidFill>
            <a:schemeClr val="tx2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and Efficient Vibrational Spectra from 4G-NNPs Combined with Path Integral Quantum Dynamics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1CE0EB-DF9A-9391-DB9D-96F2D108C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685" y="5564820"/>
            <a:ext cx="4858843" cy="146304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 Omar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Faruque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Science &amp; Engineering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Missouri–Kansas City (UMKC)</a:t>
            </a:r>
          </a:p>
        </p:txBody>
      </p:sp>
      <p:pic>
        <p:nvPicPr>
          <p:cNvPr id="5" name="Picture 4" descr="A diagram of a cell phone&#10;&#10;Description automatically generated">
            <a:extLst>
              <a:ext uri="{FF2B5EF4-FFF2-40B4-BE49-F238E27FC236}">
                <a16:creationId xmlns:a16="http://schemas.microsoft.com/office/drawing/2014/main" id="{5A3D6C6B-8775-40D1-35B0-B14F0DE50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701" y="2306030"/>
            <a:ext cx="7772400" cy="2927159"/>
          </a:xfrm>
          <a:prstGeom prst="rect">
            <a:avLst/>
          </a:prstGeom>
        </p:spPr>
      </p:pic>
      <p:pic>
        <p:nvPicPr>
          <p:cNvPr id="4" name="Picture 3" descr="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07685DC9-CF82-3B3F-671B-5F342D4E9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7" y="228600"/>
            <a:ext cx="1812324" cy="1463040"/>
          </a:xfrm>
          <a:prstGeom prst="rect">
            <a:avLst/>
          </a:prstGeom>
        </p:spPr>
      </p:pic>
      <p:pic>
        <p:nvPicPr>
          <p:cNvPr id="6" name="Picture 5" descr="A purple text on a white background&#10;&#10;AI-generated content may be incorrect.">
            <a:extLst>
              <a:ext uri="{FF2B5EF4-FFF2-40B4-BE49-F238E27FC236}">
                <a16:creationId xmlns:a16="http://schemas.microsoft.com/office/drawing/2014/main" id="{FC6EBF62-8020-3D86-66AF-0A41A486AF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0700" y="5754860"/>
            <a:ext cx="2743200" cy="101106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BCF8947-7B70-3CEC-677A-9C3C9E6BDB3A}"/>
              </a:ext>
            </a:extLst>
          </p:cNvPr>
          <p:cNvGrpSpPr/>
          <p:nvPr/>
        </p:nvGrpSpPr>
        <p:grpSpPr>
          <a:xfrm>
            <a:off x="10579402" y="228600"/>
            <a:ext cx="1370811" cy="1916787"/>
            <a:chOff x="598073" y="4795460"/>
            <a:chExt cx="1370811" cy="1916787"/>
          </a:xfrm>
        </p:grpSpPr>
        <p:pic>
          <p:nvPicPr>
            <p:cNvPr id="8" name="Picture 7" descr="A logo with blue circles and yellow lines&#10;&#10;Description automatically generated">
              <a:extLst>
                <a:ext uri="{FF2B5EF4-FFF2-40B4-BE49-F238E27FC236}">
                  <a16:creationId xmlns:a16="http://schemas.microsoft.com/office/drawing/2014/main" id="{DA9E83C8-824B-FADE-A093-D6C10D4001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863"/>
            <a:stretch>
              <a:fillRect/>
            </a:stretch>
          </p:blipFill>
          <p:spPr>
            <a:xfrm>
              <a:off x="598073" y="4795460"/>
              <a:ext cx="1370811" cy="146304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BF07747-3DAB-F026-9DF9-E8644094BBDE}"/>
                </a:ext>
              </a:extLst>
            </p:cNvPr>
            <p:cNvSpPr txBox="1"/>
            <p:nvPr/>
          </p:nvSpPr>
          <p:spPr>
            <a:xfrm>
              <a:off x="598074" y="6281360"/>
              <a:ext cx="1370810" cy="43088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i="1" dirty="0">
                  <a:solidFill>
                    <a:schemeClr val="bg1"/>
                  </a:solidFill>
                  <a:latin typeface="Times" pitchFamily="2" charset="0"/>
                </a:rPr>
                <a:t>Momeni Research Group</a:t>
              </a:r>
            </a:p>
            <a:p>
              <a:pPr algn="ctr"/>
              <a:endParaRPr lang="en-US" sz="100" i="1" dirty="0">
                <a:solidFill>
                  <a:schemeClr val="bg1"/>
                </a:solidFill>
                <a:latin typeface="Times" pitchFamily="2" charset="0"/>
              </a:endParaRPr>
            </a:p>
          </p:txBody>
        </p:sp>
      </p:grpSp>
      <p:sp>
        <p:nvSpPr>
          <p:cNvPr id="12" name="Subtitle 2">
            <a:extLst>
              <a:ext uri="{FF2B5EF4-FFF2-40B4-BE49-F238E27FC236}">
                <a16:creationId xmlns:a16="http://schemas.microsoft.com/office/drawing/2014/main" id="{66B142A7-5637-2324-412F-8B127A6ED025}"/>
              </a:ext>
            </a:extLst>
          </p:cNvPr>
          <p:cNvSpPr txBox="1">
            <a:spLocks/>
          </p:cNvSpPr>
          <p:nvPr/>
        </p:nvSpPr>
        <p:spPr>
          <a:xfrm>
            <a:off x="4979528" y="5591581"/>
            <a:ext cx="4518949" cy="11743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2026 Midwest Regional Meeting</a:t>
            </a:r>
          </a:p>
          <a:p>
            <a:r>
              <a:rPr lang="en-US" sz="2000" b="0" i="0" dirty="0">
                <a:solidFill>
                  <a:srgbClr val="25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Manhattan, KS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 26, 2026</a:t>
            </a:r>
          </a:p>
        </p:txBody>
      </p:sp>
    </p:spTree>
    <p:extLst>
      <p:ext uri="{BB962C8B-B14F-4D97-AF65-F5344CB8AC3E}">
        <p14:creationId xmlns:p14="http://schemas.microsoft.com/office/powerpoint/2010/main" val="3035971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7113F-9064-38E1-AC0D-B0A202707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E420522-8986-3514-A7E5-7014A7A6C2C1}"/>
              </a:ext>
            </a:extLst>
          </p:cNvPr>
          <p:cNvSpPr txBox="1"/>
          <p:nvPr/>
        </p:nvSpPr>
        <p:spPr>
          <a:xfrm>
            <a:off x="0" y="-79236"/>
            <a:ext cx="12191999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Vibrational Spectra for Probing Chemical Environments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C3D954F-9B71-13B4-7BC2-72E2AC37F070}"/>
              </a:ext>
            </a:extLst>
          </p:cNvPr>
          <p:cNvCxnSpPr/>
          <p:nvPr/>
        </p:nvCxnSpPr>
        <p:spPr>
          <a:xfrm>
            <a:off x="609600" y="581631"/>
            <a:ext cx="109728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A6AE16-1BA7-2A30-6CE8-D15560BDB679}"/>
                  </a:ext>
                </a:extLst>
              </p:cNvPr>
              <p:cNvSpPr txBox="1"/>
              <p:nvPr/>
            </p:nvSpPr>
            <p:spPr>
              <a:xfrm>
                <a:off x="152400" y="3657600"/>
                <a:ext cx="11307452" cy="30469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ü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Accurate Simulation methods for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Accurate Potential Energy Surface </a:t>
                </a:r>
                <a:br>
                  <a:rPr lang="en-US" sz="24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High-Dimensional Committee </a:t>
                </a:r>
                <a:b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Neural Network Potentials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Calculating Time Correlation Function including Nuclear Quantum Effects (NQEs) (IR,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vSFG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etc.) </a:t>
                </a:r>
                <a:br>
                  <a:rPr lang="en-US" sz="24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Feynman’s Path Integrals</a:t>
                </a:r>
              </a:p>
              <a:p>
                <a:pPr marL="800100" lvl="1" indent="-342900">
                  <a:buFont typeface="Wingdings" pitchFamily="2" charset="2"/>
                  <a:buChar char="ü"/>
                </a:pP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A6AE16-1BA7-2A30-6CE8-D15560BDB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3657600"/>
                <a:ext cx="11307452" cy="3046988"/>
              </a:xfrm>
              <a:prstGeom prst="rect">
                <a:avLst/>
              </a:prstGeom>
              <a:blipFill>
                <a:blip r:embed="rId4"/>
                <a:stretch>
                  <a:fillRect l="-786" t="-1667" r="-10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473123CF-D534-BEDD-7AFD-51C6ABAD8605}"/>
              </a:ext>
            </a:extLst>
          </p:cNvPr>
          <p:cNvSpPr txBox="1"/>
          <p:nvPr/>
        </p:nvSpPr>
        <p:spPr>
          <a:xfrm>
            <a:off x="0" y="6334780"/>
            <a:ext cx="106472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Qiu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ACS Appl. Energy Mater. 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10596.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Sci. Rep.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18805. </a:t>
            </a:r>
            <a:endParaRPr lang="en-US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7B4374E-0645-A053-6FF5-B9DC381CF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6464" y="6437378"/>
            <a:ext cx="2743200" cy="365125"/>
          </a:xfrm>
        </p:spPr>
        <p:txBody>
          <a:bodyPr/>
          <a:lstStyle/>
          <a:p>
            <a:fld id="{0E0BEF38-5AD9-5146-AC5D-BAE799716642}" type="slidenum">
              <a:rPr lang="en-US" smtClean="0">
                <a:latin typeface="Times" panose="02020603050405020304" pitchFamily="18" charset="0"/>
                <a:cs typeface="Times" panose="02020603050405020304" pitchFamily="18" charset="0"/>
              </a:rPr>
              <a:t>2</a:t>
            </a:fld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CD7AFB-434A-7DB0-DFE8-38907A4DC77D}"/>
              </a:ext>
            </a:extLst>
          </p:cNvPr>
          <p:cNvSpPr txBox="1"/>
          <p:nvPr/>
        </p:nvSpPr>
        <p:spPr>
          <a:xfrm>
            <a:off x="1" y="685800"/>
            <a:ext cx="6963991" cy="30469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spectroscopic tools for probing chemical reactions.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Infrared (IR) spectra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Surface-enhanced infrared absorption spectroscopy (SEIRAS)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Vibrational sum-frequency generation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vSFG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Rigorous modeling without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ad-hoc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fittings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parameterizations.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981318-55A0-229A-3C3D-8D5C2544DB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2257" y="692394"/>
            <a:ext cx="4480143" cy="19389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F57D4D-690C-43EA-3F8F-6A7503EDC322}"/>
              </a:ext>
            </a:extLst>
          </p:cNvPr>
          <p:cNvSpPr txBox="1"/>
          <p:nvPr/>
        </p:nvSpPr>
        <p:spPr>
          <a:xfrm>
            <a:off x="6963992" y="2617533"/>
            <a:ext cx="66213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" pitchFamily="2" charset="0"/>
                <a:cs typeface="Calibri" panose="020F0502020204030204" pitchFamily="34" charset="0"/>
              </a:rPr>
              <a:t>Electrochemical CO</a:t>
            </a:r>
            <a:r>
              <a:rPr lang="en-US" sz="1600" baseline="-25000" dirty="0">
                <a:latin typeface="Times" pitchFamily="2" charset="0"/>
                <a:cs typeface="Calibri" panose="020F0502020204030204" pitchFamily="34" charset="0"/>
              </a:rPr>
              <a:t>2</a:t>
            </a:r>
            <a:r>
              <a:rPr lang="en-US" sz="1600" dirty="0">
                <a:latin typeface="Times" pitchFamily="2" charset="0"/>
                <a:cs typeface="Calibri" panose="020F0502020204030204" pitchFamily="34" charset="0"/>
              </a:rPr>
              <a:t> to CO Conversion Reaction </a:t>
            </a:r>
            <a:endParaRPr lang="en-US" sz="160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1BC140-72B0-8BAF-30F1-A7215FFAD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319724" y="3012091"/>
            <a:ext cx="4262676" cy="1649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324424-F6A8-5587-E8DF-D33B5F09805E}"/>
              </a:ext>
            </a:extLst>
          </p:cNvPr>
          <p:cNvSpPr txBox="1"/>
          <p:nvPr/>
        </p:nvSpPr>
        <p:spPr>
          <a:xfrm>
            <a:off x="7753350" y="4674932"/>
            <a:ext cx="58320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" pitchFamily="2" charset="0"/>
                <a:cs typeface="Calibri" panose="020F0502020204030204" pitchFamily="34" charset="0"/>
              </a:rPr>
              <a:t>Nitrate reduction reaction to ammonia</a:t>
            </a:r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387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A1306-C671-FD55-60E8-F9F6D9220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E197C2FF-487B-4B1F-884D-9DE4AEF29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Generations of HDNNPs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CA49062C-D906-3F22-02B3-595F0BA74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5281" y="6474620"/>
            <a:ext cx="2743200" cy="365125"/>
          </a:xfrm>
        </p:spPr>
        <p:txBody>
          <a:bodyPr/>
          <a:lstStyle/>
          <a:p>
            <a:fld id="{0E0BEF38-5AD9-5146-AC5D-BAE799716642}" type="slidenum">
              <a:rPr lang="en-US" smtClean="0"/>
              <a:pPr/>
              <a:t>3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137CAD2-62F6-DFC4-EF49-E50EF65563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0502"/>
          <a:stretch>
            <a:fillRect/>
          </a:stretch>
        </p:blipFill>
        <p:spPr>
          <a:xfrm>
            <a:off x="1250461" y="857351"/>
            <a:ext cx="4597400" cy="10857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6C59F41-2CC6-DACE-277D-034B71C201A4}"/>
              </a:ext>
            </a:extLst>
          </p:cNvPr>
          <p:cNvSpPr txBox="1"/>
          <p:nvPr/>
        </p:nvSpPr>
        <p:spPr>
          <a:xfrm>
            <a:off x="126256" y="6457950"/>
            <a:ext cx="4883894" cy="37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Behler, J.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Chem. Rev.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121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10037.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15BEC5-B38C-91DC-B683-44A837B3FC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871" b="49746"/>
          <a:stretch>
            <a:fillRect/>
          </a:stretch>
        </p:blipFill>
        <p:spPr>
          <a:xfrm>
            <a:off x="6762261" y="1143001"/>
            <a:ext cx="2078474" cy="20836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9AABD0-7E37-6DB7-260A-8A6BC98498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500" r="250" b="49746"/>
          <a:stretch>
            <a:fillRect/>
          </a:stretch>
        </p:blipFill>
        <p:spPr>
          <a:xfrm>
            <a:off x="8989955" y="1143001"/>
            <a:ext cx="2042019" cy="20836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CD6AC4-1425-82B4-51BE-E66620F3E0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186" r="49871" b="-440"/>
          <a:stretch>
            <a:fillRect/>
          </a:stretch>
        </p:blipFill>
        <p:spPr>
          <a:xfrm>
            <a:off x="6762261" y="3429001"/>
            <a:ext cx="2078474" cy="20836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3ACE2D-9516-D39D-E701-0AC4D03150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959" t="50186" r="-88" b="-440"/>
          <a:stretch>
            <a:fillRect/>
          </a:stretch>
        </p:blipFill>
        <p:spPr>
          <a:xfrm>
            <a:off x="8953500" y="3429000"/>
            <a:ext cx="2078474" cy="20836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AFD078-A4B1-5AEB-478E-4B17F0713E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651" b="60851"/>
          <a:stretch>
            <a:fillRect/>
          </a:stretch>
        </p:blipFill>
        <p:spPr>
          <a:xfrm>
            <a:off x="1250461" y="2000351"/>
            <a:ext cx="4597400" cy="1085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105260-8496-FACF-E6A9-E6ABD9D323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282" b="42220"/>
          <a:stretch>
            <a:fillRect/>
          </a:stretch>
        </p:blipFill>
        <p:spPr>
          <a:xfrm>
            <a:off x="1250461" y="3086101"/>
            <a:ext cx="4597400" cy="1085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2FA650-3A79-81B1-7A86-5A6AF10D8B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727" b="21775"/>
          <a:stretch>
            <a:fillRect/>
          </a:stretch>
        </p:blipFill>
        <p:spPr>
          <a:xfrm>
            <a:off x="1250461" y="4114801"/>
            <a:ext cx="4597400" cy="1085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9D970D-BFC3-FE61-604A-F51F103304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408" b="-802"/>
          <a:stretch>
            <a:fillRect/>
          </a:stretch>
        </p:blipFill>
        <p:spPr>
          <a:xfrm>
            <a:off x="1250461" y="5143501"/>
            <a:ext cx="4597400" cy="1191358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BE0DAF6-3E31-943C-99E2-294695008D47}"/>
              </a:ext>
            </a:extLst>
          </p:cNvPr>
          <p:cNvGrpSpPr/>
          <p:nvPr/>
        </p:nvGrpSpPr>
        <p:grpSpPr>
          <a:xfrm>
            <a:off x="6745933" y="1143001"/>
            <a:ext cx="4282831" cy="4369644"/>
            <a:chOff x="6745933" y="1143001"/>
            <a:chExt cx="4282831" cy="436964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71AA0E4-41A7-2391-C6F2-8C3511BE03B6}"/>
                </a:ext>
              </a:extLst>
            </p:cNvPr>
            <p:cNvSpPr/>
            <p:nvPr/>
          </p:nvSpPr>
          <p:spPr>
            <a:xfrm>
              <a:off x="6762261" y="1143001"/>
              <a:ext cx="2078474" cy="2083645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17BE3E1-D89A-0369-7D17-F5935A13DE1D}"/>
                </a:ext>
              </a:extLst>
            </p:cNvPr>
            <p:cNvSpPr/>
            <p:nvPr/>
          </p:nvSpPr>
          <p:spPr>
            <a:xfrm>
              <a:off x="8950290" y="1143001"/>
              <a:ext cx="2078474" cy="2083645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0C2D2-8936-1E46-4032-688F756124E2}"/>
                </a:ext>
              </a:extLst>
            </p:cNvPr>
            <p:cNvSpPr/>
            <p:nvPr/>
          </p:nvSpPr>
          <p:spPr>
            <a:xfrm>
              <a:off x="6745933" y="3429000"/>
              <a:ext cx="2078474" cy="2083645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688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DF8E7-0766-21E1-3C26-7218478BE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14F97-89F3-64C5-AC3E-DE491F7BE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4G-HDNNPs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1A49FB-161A-2A49-8E85-F65A717750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800101"/>
                <a:ext cx="6610350" cy="3543300"/>
              </a:xfrm>
            </p:spPr>
            <p:txBody>
              <a:bodyPr>
                <a:normAutofit/>
              </a:bodyPr>
              <a:lstStyle/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energy in 4G-HDNNPs: 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Mangal" panose="02040503050203030202" pitchFamily="18" charset="0"/>
                            </a:rPr>
                          </m:ctrlPr>
                        </m:sSub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Mangal" panose="02040503050203030202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i="0" kern="100">
                              <a:effectLst/>
                              <a:latin typeface="Times New Roman" panose="020206030504050203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total</m:t>
                          </m:r>
                        </m:sub>
                      </m:sSub>
                      <m:d>
                        <m:d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Mangal" panose="02040503050203030202" pitchFamily="18" charset="0"/>
                            </a:rPr>
                          </m:ctrlPr>
                        </m:d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Mangal" panose="02040503050203030202" pitchFamily="18" charset="0"/>
                            </a:rPr>
                            <m:t>𝑅</m:t>
                          </m:r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Mangal" panose="02040503050203030202" pitchFamily="18" charset="0"/>
                            </a:rPr>
                            <m:t>,</m:t>
                          </m:r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Mangal" panose="02040503050203030202" pitchFamily="18" charset="0"/>
                            </a:rPr>
                            <m:t>𝑄</m:t>
                          </m:r>
                        </m:e>
                      </m:d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Mangal" panose="02040503050203030202" pitchFamily="18" charset="0"/>
                            </a:rPr>
                          </m:ctrlPr>
                        </m:sSub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Mangal" panose="02040503050203030202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i="0" kern="100">
                              <a:effectLst/>
                              <a:latin typeface="Times New Roman" panose="020206030504050203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elec</m:t>
                          </m:r>
                        </m:sub>
                      </m:sSub>
                      <m:d>
                        <m:d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Mangal" panose="02040503050203030202" pitchFamily="18" charset="0"/>
                            </a:rPr>
                          </m:ctrlPr>
                        </m:d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Mangal" panose="02040503050203030202" pitchFamily="18" charset="0"/>
                            </a:rPr>
                            <m:t>𝑅</m:t>
                          </m:r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Mangal" panose="02040503050203030202" pitchFamily="18" charset="0"/>
                            </a:rPr>
                            <m:t>,</m:t>
                          </m:r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Mangal" panose="02040503050203030202" pitchFamily="18" charset="0"/>
                            </a:rPr>
                            <m:t>𝑄</m:t>
                          </m:r>
                        </m:e>
                      </m:d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Mangal" panose="02040503050203030202" pitchFamily="18" charset="0"/>
                            </a:rPr>
                          </m:ctrlPr>
                        </m:sSub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Mangal" panose="02040503050203030202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i="0" kern="100">
                              <a:effectLst/>
                              <a:latin typeface="Times New Roman" panose="020206030504050203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short</m:t>
                          </m:r>
                        </m:sub>
                      </m:sSub>
                      <m:d>
                        <m:d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Mangal" panose="02040503050203030202" pitchFamily="18" charset="0"/>
                            </a:rPr>
                          </m:ctrlPr>
                        </m:d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Mangal" panose="02040503050203030202" pitchFamily="18" charset="0"/>
                            </a:rPr>
                            <m:t>𝑅</m:t>
                          </m:r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Mangal" panose="02040503050203030202" pitchFamily="18" charset="0"/>
                            </a:rPr>
                            <m:t>,</m:t>
                          </m:r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Mangal" panose="02040503050203030202" pitchFamily="18" charset="0"/>
                            </a:rPr>
                            <m:t>𝑄</m:t>
                          </m:r>
                        </m:e>
                      </m:d>
                    </m:oMath>
                  </m:oMathPara>
                </a14:m>
                <a:endParaRPr lang="en-US" sz="1800" kern="100" dirty="0"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endParaRPr lang="en-US" sz="1800" kern="100" dirty="0"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Mangal" panose="02040503050203030202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Mangal" panose="02040503050203030202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i="0"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short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Mangal" panose="02040503050203030202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Mangal" panose="02040503050203030202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Mangal" panose="02040503050203030202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Mangal" panose="02040503050203030202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Mangal" panose="02040503050203030202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Mangal" panose="02040503050203030202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Mangal" panose="02040503050203030202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3800" i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1400" i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i="0"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elec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rPr>
                          <m:t>𝑁</m:t>
                        </m:r>
                      </m:sup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Mangal" panose="02040503050203030202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Mangal" panose="02040503050203030202" pitchFamily="18" charset="0"/>
                              </a:rPr>
                              <m:t>𝑗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Mangal" panose="02040503050203030202" pitchFamily="18" charset="0"/>
                              </a:rPr>
                              <m:t>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Mangal" panose="02040503050203030202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Mangal" panose="02040503050203030202" pitchFamily="18" charset="0"/>
                              </a:rPr>
                              <m:t>𝑁</m:t>
                            </m:r>
                          </m:sup>
                          <m:e>
                            <m:f>
                              <m:fPr>
                                <m:ctrlPr>
                                  <a:rPr lang="en-US" sz="2000" i="0">
                                    <a:latin typeface="Times New Roman" panose="020206030504050203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000" i="0">
                                    <a:latin typeface="Times New Roman" panose="020206030504050203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erf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Mangal" panose="02040503050203030202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Mangal" panose="02040503050203030202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Mangal" panose="02040503050203030202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Mangal" panose="02040503050203030202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Mangal" panose="02040503050203030202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Mangal" panose="02040503050203030202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</m:rad>
                                        <m:sSub>
                                          <m:sSubPr>
                                            <m:ctrlP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Mangal" panose="02040503050203030202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Mangal" panose="02040503050203030202" pitchFamily="18" charset="0"/>
                                              </a:rPr>
                                              <m:t>γ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Mangal" panose="02040503050203030202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Mangal" panose="02040503050203030202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Mangal" panose="02040503050203030202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Mangal" panose="02040503050203030202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Mangal" panose="02040503050203030202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Mangal" panose="02040503050203030202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Mangal" panose="02040503050203030202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Mangal" panose="02040503050203030202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Mangal" panose="02040503050203030202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Mangal" panose="02040503050203030202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Mangal" panose="02040503050203030202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Mangal" panose="02040503050203030202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Mangal" panose="02040503050203030202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Mangal" panose="02040503050203030202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Mangal" panose="02040503050203030202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Mangal" panose="02040503050203030202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sz="20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Mangal" panose="02040503050203030202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Mangal" panose="02040503050203030202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Mangal" panose="02040503050203030202" pitchFamily="18" charset="0"/>
                                  </a:rPr>
                                  <m:t>𝑖</m:t>
                                </m:r>
                              </m:sub>
                            </m:sSub>
                            <m:rad>
                              <m:radPr>
                                <m:degHide m:val="on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Mangal" panose="02040503050203030202" pitchFamily="18" charset="0"/>
                                  </a:rPr>
                                  <m:t>π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1A49FB-161A-2A49-8E85-F65A717750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00101"/>
                <a:ext cx="6610350" cy="3543300"/>
              </a:xfrm>
              <a:blipFill>
                <a:blip r:embed="rId3"/>
                <a:stretch>
                  <a:fillRect l="-1536" t="-2491" b="-160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6E74-0638-012B-2260-D28BCA2A6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EF38-5AD9-5146-AC5D-BAE79971664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Fig. 2">
            <a:extLst>
              <a:ext uri="{FF2B5EF4-FFF2-40B4-BE49-F238E27FC236}">
                <a16:creationId xmlns:a16="http://schemas.microsoft.com/office/drawing/2014/main" id="{E44860F4-DB27-1DED-BBAC-C0B9D9E03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52175" y="678472"/>
            <a:ext cx="5613402" cy="5890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F15857-F458-2816-49CA-816349718C73}"/>
                  </a:ext>
                </a:extLst>
              </p:cNvPr>
              <p:cNvSpPr txBox="1"/>
              <p:nvPr/>
            </p:nvSpPr>
            <p:spPr>
              <a:xfrm>
                <a:off x="1156519" y="5675811"/>
                <a:ext cx="6108700" cy="656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rPr>
                          <m:t>γ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rPr>
                          <m:t>𝑖𝑗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Mangal" panose="02040503050203030202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Mangal" panose="02040503050203030202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Mangal" panose="02040503050203030202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Mangal" panose="02040503050203030202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Mangal" panose="02040503050203030202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Mangal" panose="02040503050203030202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Mangal" panose="02040503050203030202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Mangal" panose="02040503050203030202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en-US" sz="18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rPr>
                          <m:t>σ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lang="en-US" sz="18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Gaussian width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F15857-F458-2816-49CA-816349718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519" y="5675811"/>
                <a:ext cx="6108700" cy="6560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72E6AF-198D-1EDE-BE50-832F26BBE6C8}"/>
                  </a:ext>
                </a:extLst>
              </p:cNvPr>
              <p:cNvSpPr txBox="1"/>
              <p:nvPr/>
            </p:nvSpPr>
            <p:spPr>
              <a:xfrm>
                <a:off x="1156519" y="5261589"/>
                <a:ext cx="3543300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rPr>
                          <m:t>𝑖𝑗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 between atoms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72E6AF-198D-1EDE-BE50-832F26BBE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519" y="5261589"/>
                <a:ext cx="3543300" cy="391646"/>
              </a:xfrm>
              <a:prstGeom prst="rect">
                <a:avLst/>
              </a:prstGeom>
              <a:blipFill>
                <a:blip r:embed="rId6"/>
                <a:stretch>
                  <a:fillRect t="-6452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DB79283-2A75-8A52-C8C8-665D47E352D2}"/>
              </a:ext>
            </a:extLst>
          </p:cNvPr>
          <p:cNvSpPr txBox="1"/>
          <p:nvPr/>
        </p:nvSpPr>
        <p:spPr>
          <a:xfrm>
            <a:off x="0" y="6550223"/>
            <a:ext cx="10647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et. al.,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4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Nat. Commun. </a:t>
            </a:r>
            <a:r>
              <a:rPr lang="en-US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2021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398.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01903-6DD3-F4D0-A4E2-1D122A17C00A}"/>
              </a:ext>
            </a:extLst>
          </p:cNvPr>
          <p:cNvSpPr txBox="1"/>
          <p:nvPr/>
        </p:nvSpPr>
        <p:spPr>
          <a:xfrm>
            <a:off x="2417905" y="4453764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 term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9B0378-D2EB-7033-9366-B1A44E7C6F22}"/>
              </a:ext>
            </a:extLst>
          </p:cNvPr>
          <p:cNvSpPr txBox="1"/>
          <p:nvPr/>
        </p:nvSpPr>
        <p:spPr>
          <a:xfrm>
            <a:off x="4615414" y="4453764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 term</a:t>
            </a:r>
          </a:p>
        </p:txBody>
      </p:sp>
    </p:spTree>
    <p:extLst>
      <p:ext uri="{BB962C8B-B14F-4D97-AF65-F5344CB8AC3E}">
        <p14:creationId xmlns:p14="http://schemas.microsoft.com/office/powerpoint/2010/main" val="398057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5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C8B898-7348-1BEE-0FE1-29EF8D21888C}"/>
              </a:ext>
            </a:extLst>
          </p:cNvPr>
          <p:cNvSpPr/>
          <p:nvPr/>
        </p:nvSpPr>
        <p:spPr>
          <a:xfrm>
            <a:off x="102484" y="49143"/>
            <a:ext cx="11965019" cy="526619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Times" pitchFamily="2" charset="0"/>
                <a:cs typeface="Calibri" panose="020F0502020204030204" pitchFamily="34" charset="0"/>
              </a:rPr>
              <a:t>Feynman’s Path Integral Molecular Dynamics (PIMD)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31AC3A-B6A9-6E1D-59AD-4EB6CC3EF502}"/>
              </a:ext>
            </a:extLst>
          </p:cNvPr>
          <p:cNvSpPr/>
          <p:nvPr/>
        </p:nvSpPr>
        <p:spPr>
          <a:xfrm>
            <a:off x="38100" y="6285637"/>
            <a:ext cx="76308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Chandler D., Introduction to Modern Statistical Mechanics (Oxford University Press, New York, 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1987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US" sz="1400" baseline="30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Parrinello and Rahman, </a:t>
            </a:r>
            <a:r>
              <a:rPr lang="en-US" sz="1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J. Chem. Phys. 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1984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80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860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B8CD54AD-CB3B-4530-6E2E-B9EF241D3EFC}"/>
              </a:ext>
            </a:extLst>
          </p:cNvPr>
          <p:cNvGrpSpPr/>
          <p:nvPr/>
        </p:nvGrpSpPr>
        <p:grpSpPr>
          <a:xfrm>
            <a:off x="388890" y="652040"/>
            <a:ext cx="2739868" cy="2704166"/>
            <a:chOff x="5725705" y="650323"/>
            <a:chExt cx="2739868" cy="270416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62A4577-6CB0-C7F4-9759-0DFB514DB1B0}"/>
                </a:ext>
              </a:extLst>
            </p:cNvPr>
            <p:cNvSpPr txBox="1"/>
            <p:nvPr/>
          </p:nvSpPr>
          <p:spPr>
            <a:xfrm>
              <a:off x="5725705" y="650323"/>
              <a:ext cx="11079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Times" pitchFamily="2" charset="0"/>
                </a:rPr>
                <a:t>PIMD</a:t>
              </a:r>
            </a:p>
          </p:txBody>
        </p: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416FEF44-9CD7-F395-7F37-011BC9C60AC4}"/>
                </a:ext>
              </a:extLst>
            </p:cNvPr>
            <p:cNvGrpSpPr/>
            <p:nvPr/>
          </p:nvGrpSpPr>
          <p:grpSpPr>
            <a:xfrm>
              <a:off x="5725705" y="1253190"/>
              <a:ext cx="2739868" cy="2101299"/>
              <a:chOff x="5725705" y="1253190"/>
              <a:chExt cx="2739868" cy="2101299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44EDE6D-5CCE-DF95-7954-E26526C31716}"/>
                  </a:ext>
                </a:extLst>
              </p:cNvPr>
              <p:cNvGrpSpPr/>
              <p:nvPr/>
            </p:nvGrpSpPr>
            <p:grpSpPr>
              <a:xfrm>
                <a:off x="5725705" y="1253190"/>
                <a:ext cx="2739868" cy="2101299"/>
                <a:chOff x="1212200" y="1993586"/>
                <a:chExt cx="2739868" cy="2101299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E3AA7A2E-8613-80C2-90AA-0A9AE1AA5660}"/>
                    </a:ext>
                  </a:extLst>
                </p:cNvPr>
                <p:cNvGrpSpPr/>
                <p:nvPr/>
              </p:nvGrpSpPr>
              <p:grpSpPr>
                <a:xfrm>
                  <a:off x="1580827" y="1993586"/>
                  <a:ext cx="2371241" cy="1737360"/>
                  <a:chOff x="1580827" y="1993586"/>
                  <a:chExt cx="2371241" cy="1737360"/>
                </a:xfrm>
              </p:grpSpPr>
              <p:cxnSp>
                <p:nvCxnSpPr>
                  <p:cNvPr id="8" name="Straight Arrow Connector 7">
                    <a:extLst>
                      <a:ext uri="{FF2B5EF4-FFF2-40B4-BE49-F238E27FC236}">
                        <a16:creationId xmlns:a16="http://schemas.microsoft.com/office/drawing/2014/main" id="{68E72E6E-7F52-A3B3-1FD1-173AFEF25DB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580827" y="1993586"/>
                    <a:ext cx="0" cy="173736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" name="Straight Arrow Connector 8">
                    <a:extLst>
                      <a:ext uri="{FF2B5EF4-FFF2-40B4-BE49-F238E27FC236}">
                        <a16:creationId xmlns:a16="http://schemas.microsoft.com/office/drawing/2014/main" id="{827FE644-73E9-73AB-0EC9-BEB31CC22D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580827" y="3725553"/>
                    <a:ext cx="2371241" cy="2583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324C8B46-E87D-FEA1-99C3-A6BA365D53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2200" y="2539183"/>
                      <a:ext cx="37343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oMath>
                        </m:oMathPara>
                      </a14:m>
                      <a:endParaRPr lang="en-US" dirty="0">
                        <a:latin typeface="Times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324C8B46-E87D-FEA1-99C3-A6BA365D53D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12200" y="2539183"/>
                      <a:ext cx="373436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b="-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B676280D-BFEA-27A2-9ABF-9964ACCB076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82133" y="3725553"/>
                      <a:ext cx="35644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oMath>
                        </m:oMathPara>
                      </a14:m>
                      <a:endParaRPr lang="en-US" dirty="0">
                        <a:latin typeface="Times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B676280D-BFEA-27A2-9ABF-9964ACCB076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82133" y="3725553"/>
                      <a:ext cx="356443" cy="36933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30412BE6-E916-3DB9-FA22-D81AC367D825}"/>
                  </a:ext>
                </a:extLst>
              </p:cNvPr>
              <p:cNvSpPr/>
              <p:nvPr/>
            </p:nvSpPr>
            <p:spPr>
              <a:xfrm>
                <a:off x="6503545" y="2208026"/>
                <a:ext cx="137160" cy="137160"/>
              </a:xfrm>
              <a:prstGeom prst="ellipse">
                <a:avLst/>
              </a:prstGeom>
              <a:solidFill>
                <a:srgbClr val="0432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" pitchFamily="2" charset="0"/>
                </a:endParaRPr>
              </a:p>
            </p:txBody>
          </p:sp>
        </p:grpSp>
      </p:grpSp>
      <p:pic>
        <p:nvPicPr>
          <p:cNvPr id="17" name="Picture 16" descr="A picture containing blur, vector graphics&#10;&#10;Description automatically generated">
            <a:extLst>
              <a:ext uri="{FF2B5EF4-FFF2-40B4-BE49-F238E27FC236}">
                <a16:creationId xmlns:a16="http://schemas.microsoft.com/office/drawing/2014/main" id="{62403F7E-EE5B-E179-DA1B-D6ECC205035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0086"/>
          <a:stretch/>
        </p:blipFill>
        <p:spPr>
          <a:xfrm>
            <a:off x="1099179" y="1669935"/>
            <a:ext cx="1273283" cy="13539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07081A-7CE8-5E04-0BE1-202C77A4E15C}"/>
                  </a:ext>
                </a:extLst>
              </p:cNvPr>
              <p:cNvSpPr txBox="1"/>
              <p:nvPr/>
            </p:nvSpPr>
            <p:spPr>
              <a:xfrm>
                <a:off x="4599402" y="5502036"/>
                <a:ext cx="1107642" cy="6722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CA" sz="1600" b="1" i="1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CA" sz="1600" b="1" i="1">
                              <a:latin typeface="Cambria Math" charset="0"/>
                            </a:rPr>
                            <m:t>𝑽</m:t>
                          </m:r>
                        </m:e>
                      </m:acc>
                      <m:r>
                        <a:rPr lang="en-CA" sz="1600" i="1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CA" sz="1600" i="1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CA" sz="1600" i="1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CA" sz="1600" i="1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mr-IN" sz="1600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a:rPr lang="mr-IN" sz="1600" i="1">
                              <a:latin typeface="Cambria Math" charset="0"/>
                            </a:rPr>
                            <m:t>𝑖</m:t>
                          </m:r>
                          <m:r>
                            <a:rPr lang="mr-IN" sz="1600" i="1">
                              <a:latin typeface="Cambria Math" charset="0"/>
                            </a:rPr>
                            <m:t>=0</m:t>
                          </m:r>
                        </m:sub>
                        <m:sup>
                          <m:r>
                            <a:rPr lang="mr-IN" sz="1600" i="1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CA" sz="1600" b="1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CA" sz="1600" b="1" i="1">
                                  <a:latin typeface="Cambria Math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CA" sz="1600" i="1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600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07081A-7CE8-5E04-0BE1-202C77A4E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402" y="5502036"/>
                <a:ext cx="1107642" cy="672253"/>
              </a:xfrm>
              <a:prstGeom prst="rect">
                <a:avLst/>
              </a:prstGeom>
              <a:blipFill>
                <a:blip r:embed="rId6"/>
                <a:stretch>
                  <a:fillRect l="-17978" t="-120370" r="-23596" b="-18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F1F24E8-3E35-C8BF-5BA4-D960CBA3F5B9}"/>
              </a:ext>
            </a:extLst>
          </p:cNvPr>
          <p:cNvSpPr txBox="1"/>
          <p:nvPr/>
        </p:nvSpPr>
        <p:spPr>
          <a:xfrm>
            <a:off x="2215727" y="5575024"/>
            <a:ext cx="1843871" cy="3692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99" dirty="0">
                <a:solidFill>
                  <a:srgbClr val="FF0000"/>
                </a:solidFill>
                <a:latin typeface="Times" pitchFamily="2" charset="0"/>
              </a:rPr>
              <a:t>Zero-point energy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D9293D-2E94-2B88-4693-9F5BFD990018}"/>
              </a:ext>
            </a:extLst>
          </p:cNvPr>
          <p:cNvSpPr txBox="1"/>
          <p:nvPr/>
        </p:nvSpPr>
        <p:spPr>
          <a:xfrm>
            <a:off x="8349900" y="5601303"/>
            <a:ext cx="2022271" cy="3692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99" dirty="0">
                <a:solidFill>
                  <a:srgbClr val="FF0000"/>
                </a:solidFill>
                <a:latin typeface="Times" pitchFamily="2" charset="0"/>
              </a:rPr>
              <a:t>Quantum tunneling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267CFF5-FE12-201E-79FC-AF82793999F9}"/>
              </a:ext>
            </a:extLst>
          </p:cNvPr>
          <p:cNvGrpSpPr/>
          <p:nvPr/>
        </p:nvGrpSpPr>
        <p:grpSpPr>
          <a:xfrm>
            <a:off x="1774100" y="4057650"/>
            <a:ext cx="4116765" cy="1437114"/>
            <a:chOff x="1887469" y="4116161"/>
            <a:chExt cx="4117837" cy="1437488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D555AFE-DF22-94BF-B37B-AAD6CB3DD9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1444" t="4071" r="996" b="56421"/>
            <a:stretch/>
          </p:blipFill>
          <p:spPr>
            <a:xfrm>
              <a:off x="3930743" y="4676111"/>
              <a:ext cx="2074560" cy="843245"/>
            </a:xfrm>
            <a:prstGeom prst="rect">
              <a:avLst/>
            </a:prstGeom>
          </p:spPr>
        </p:pic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CF253B9A-A19A-5114-F29D-DA5BD33277EE}"/>
                </a:ext>
              </a:extLst>
            </p:cNvPr>
            <p:cNvSpPr/>
            <p:nvPr/>
          </p:nvSpPr>
          <p:spPr>
            <a:xfrm rot="10800000">
              <a:off x="4452229" y="4659125"/>
              <a:ext cx="354759" cy="249911"/>
            </a:xfrm>
            <a:custGeom>
              <a:avLst/>
              <a:gdLst>
                <a:gd name="connsiteX0" fmla="*/ 0 w 837405"/>
                <a:gd name="connsiteY0" fmla="*/ 802682 h 802682"/>
                <a:gd name="connsiteX1" fmla="*/ 232610 w 837405"/>
                <a:gd name="connsiteY1" fmla="*/ 762577 h 802682"/>
                <a:gd name="connsiteX2" fmla="*/ 449179 w 837405"/>
                <a:gd name="connsiteY2" fmla="*/ 642261 h 802682"/>
                <a:gd name="connsiteX3" fmla="*/ 617621 w 837405"/>
                <a:gd name="connsiteY3" fmla="*/ 449755 h 802682"/>
                <a:gd name="connsiteX4" fmla="*/ 745958 w 837405"/>
                <a:gd name="connsiteY4" fmla="*/ 225166 h 802682"/>
                <a:gd name="connsiteX5" fmla="*/ 834189 w 837405"/>
                <a:gd name="connsiteY5" fmla="*/ 8598 h 802682"/>
                <a:gd name="connsiteX6" fmla="*/ 818147 w 837405"/>
                <a:gd name="connsiteY6" fmla="*/ 40682 h 802682"/>
                <a:gd name="connsiteX7" fmla="*/ 818147 w 837405"/>
                <a:gd name="connsiteY7" fmla="*/ 16619 h 802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7405" h="802682">
                  <a:moveTo>
                    <a:pt x="0" y="802682"/>
                  </a:moveTo>
                  <a:cubicBezTo>
                    <a:pt x="78873" y="795998"/>
                    <a:pt x="157747" y="789314"/>
                    <a:pt x="232610" y="762577"/>
                  </a:cubicBezTo>
                  <a:cubicBezTo>
                    <a:pt x="307473" y="735840"/>
                    <a:pt x="385011" y="694398"/>
                    <a:pt x="449179" y="642261"/>
                  </a:cubicBezTo>
                  <a:cubicBezTo>
                    <a:pt x="513347" y="590124"/>
                    <a:pt x="568158" y="519271"/>
                    <a:pt x="617621" y="449755"/>
                  </a:cubicBezTo>
                  <a:cubicBezTo>
                    <a:pt x="667084" y="380239"/>
                    <a:pt x="709863" y="298692"/>
                    <a:pt x="745958" y="225166"/>
                  </a:cubicBezTo>
                  <a:cubicBezTo>
                    <a:pt x="782053" y="151640"/>
                    <a:pt x="822158" y="39345"/>
                    <a:pt x="834189" y="8598"/>
                  </a:cubicBezTo>
                  <a:cubicBezTo>
                    <a:pt x="846220" y="-22149"/>
                    <a:pt x="820821" y="39345"/>
                    <a:pt x="818147" y="40682"/>
                  </a:cubicBezTo>
                  <a:cubicBezTo>
                    <a:pt x="815473" y="42019"/>
                    <a:pt x="818147" y="16619"/>
                    <a:pt x="818147" y="16619"/>
                  </a:cubicBezTo>
                </a:path>
              </a:pathLst>
            </a:cu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  <a:scene3d>
              <a:camera prst="orthographicFront">
                <a:rot lat="579355" lon="10800000" rev="21443218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64">
                <a:latin typeface="Times" pitchFamily="2" charset="0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4F0C592-C5DA-ED53-34E2-C181C0FBF99E}"/>
                </a:ext>
              </a:extLst>
            </p:cNvPr>
            <p:cNvGrpSpPr/>
            <p:nvPr/>
          </p:nvGrpSpPr>
          <p:grpSpPr>
            <a:xfrm>
              <a:off x="3974123" y="4202728"/>
              <a:ext cx="487999" cy="547910"/>
              <a:chOff x="2883347" y="2521891"/>
              <a:chExt cx="380049" cy="396461"/>
            </a:xfrm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86047664-4F99-1E55-C05F-9EA7D9D609F5}"/>
                  </a:ext>
                </a:extLst>
              </p:cNvPr>
              <p:cNvSpPr/>
              <p:nvPr/>
            </p:nvSpPr>
            <p:spPr>
              <a:xfrm rot="3640982">
                <a:off x="2911890" y="2552400"/>
                <a:ext cx="319897" cy="341308"/>
              </a:xfrm>
              <a:custGeom>
                <a:avLst/>
                <a:gdLst>
                  <a:gd name="connsiteX0" fmla="*/ 197777 w 895972"/>
                  <a:gd name="connsiteY0" fmla="*/ 561471 h 1056223"/>
                  <a:gd name="connsiteX1" fmla="*/ 135993 w 895972"/>
                  <a:gd name="connsiteY1" fmla="*/ 882746 h 1056223"/>
                  <a:gd name="connsiteX2" fmla="*/ 432555 w 895972"/>
                  <a:gd name="connsiteY2" fmla="*/ 1055741 h 1056223"/>
                  <a:gd name="connsiteX3" fmla="*/ 840328 w 895972"/>
                  <a:gd name="connsiteY3" fmla="*/ 833319 h 1056223"/>
                  <a:gd name="connsiteX4" fmla="*/ 827972 w 895972"/>
                  <a:gd name="connsiteY4" fmla="*/ 190768 h 1056223"/>
                  <a:gd name="connsiteX5" fmla="*/ 247204 w 895972"/>
                  <a:gd name="connsiteY5" fmla="*/ 5417 h 1056223"/>
                  <a:gd name="connsiteX6" fmla="*/ 69 w 895972"/>
                  <a:gd name="connsiteY6" fmla="*/ 351406 h 1056223"/>
                  <a:gd name="connsiteX7" fmla="*/ 197777 w 895972"/>
                  <a:gd name="connsiteY7" fmla="*/ 561471 h 1056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95972" h="1056223">
                    <a:moveTo>
                      <a:pt x="197777" y="561471"/>
                    </a:moveTo>
                    <a:cubicBezTo>
                      <a:pt x="220431" y="650028"/>
                      <a:pt x="96863" y="800368"/>
                      <a:pt x="135993" y="882746"/>
                    </a:cubicBezTo>
                    <a:cubicBezTo>
                      <a:pt x="175123" y="965124"/>
                      <a:pt x="315166" y="1063979"/>
                      <a:pt x="432555" y="1055741"/>
                    </a:cubicBezTo>
                    <a:cubicBezTo>
                      <a:pt x="549944" y="1047503"/>
                      <a:pt x="774425" y="977481"/>
                      <a:pt x="840328" y="833319"/>
                    </a:cubicBezTo>
                    <a:cubicBezTo>
                      <a:pt x="906231" y="689157"/>
                      <a:pt x="926826" y="328752"/>
                      <a:pt x="827972" y="190768"/>
                    </a:cubicBezTo>
                    <a:cubicBezTo>
                      <a:pt x="729118" y="52784"/>
                      <a:pt x="385188" y="-21356"/>
                      <a:pt x="247204" y="5417"/>
                    </a:cubicBezTo>
                    <a:cubicBezTo>
                      <a:pt x="109220" y="32190"/>
                      <a:pt x="4188" y="260790"/>
                      <a:pt x="69" y="351406"/>
                    </a:cubicBezTo>
                    <a:cubicBezTo>
                      <a:pt x="-4050" y="442022"/>
                      <a:pt x="175123" y="472914"/>
                      <a:pt x="197777" y="561471"/>
                    </a:cubicBezTo>
                    <a:close/>
                  </a:path>
                </a:pathLst>
              </a:custGeom>
              <a:noFill/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BB31DBDE-5699-D226-667C-31F3E1F5A063}"/>
                  </a:ext>
                </a:extLst>
              </p:cNvPr>
              <p:cNvSpPr/>
              <p:nvPr/>
            </p:nvSpPr>
            <p:spPr>
              <a:xfrm rot="1796465">
                <a:off x="3037783" y="2866254"/>
                <a:ext cx="56073" cy="5209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9FF96210-2F3B-F02E-5027-72CE94255301}"/>
                  </a:ext>
                </a:extLst>
              </p:cNvPr>
              <p:cNvSpPr/>
              <p:nvPr/>
            </p:nvSpPr>
            <p:spPr>
              <a:xfrm rot="1796465">
                <a:off x="3129298" y="2841217"/>
                <a:ext cx="56073" cy="5209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044EAF82-B465-D5BA-626E-FBC6E4FEE5C3}"/>
                  </a:ext>
                </a:extLst>
              </p:cNvPr>
              <p:cNvSpPr/>
              <p:nvPr/>
            </p:nvSpPr>
            <p:spPr>
              <a:xfrm rot="1796465">
                <a:off x="3204438" y="2771369"/>
                <a:ext cx="56073" cy="5209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F96ECAED-BE2C-B237-F030-467722D311E8}"/>
                  </a:ext>
                </a:extLst>
              </p:cNvPr>
              <p:cNvSpPr/>
              <p:nvPr/>
            </p:nvSpPr>
            <p:spPr>
              <a:xfrm rot="1796465">
                <a:off x="3207323" y="2667379"/>
                <a:ext cx="56073" cy="5209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92B97316-BD0C-83F4-E1DB-1EE231B5AF5B}"/>
                  </a:ext>
                </a:extLst>
              </p:cNvPr>
              <p:cNvSpPr/>
              <p:nvPr/>
            </p:nvSpPr>
            <p:spPr>
              <a:xfrm rot="1796465">
                <a:off x="3176509" y="2573208"/>
                <a:ext cx="56073" cy="5209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46270B9F-452D-AE17-119D-8036C8F6BDB1}"/>
                  </a:ext>
                </a:extLst>
              </p:cNvPr>
              <p:cNvSpPr/>
              <p:nvPr/>
            </p:nvSpPr>
            <p:spPr>
              <a:xfrm rot="1796465">
                <a:off x="3097498" y="2521891"/>
                <a:ext cx="56073" cy="5209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57239552-E198-E897-8113-B366A2F9221E}"/>
                  </a:ext>
                </a:extLst>
              </p:cNvPr>
              <p:cNvSpPr/>
              <p:nvPr/>
            </p:nvSpPr>
            <p:spPr>
              <a:xfrm rot="1796465">
                <a:off x="2955126" y="2838549"/>
                <a:ext cx="56073" cy="5209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7C081FDD-C8FE-E479-CD7D-F39E8D844188}"/>
                  </a:ext>
                </a:extLst>
              </p:cNvPr>
              <p:cNvSpPr/>
              <p:nvPr/>
            </p:nvSpPr>
            <p:spPr>
              <a:xfrm rot="1796465">
                <a:off x="2890336" y="2772962"/>
                <a:ext cx="56073" cy="5209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D8D55A88-F0CC-9588-B6D7-E2570142E2AC}"/>
                  </a:ext>
                </a:extLst>
              </p:cNvPr>
              <p:cNvSpPr/>
              <p:nvPr/>
            </p:nvSpPr>
            <p:spPr>
              <a:xfrm rot="1796465">
                <a:off x="2883347" y="2669344"/>
                <a:ext cx="56073" cy="5209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B60B664E-7C31-26DA-D615-FB866B2E7D36}"/>
                  </a:ext>
                </a:extLst>
              </p:cNvPr>
              <p:cNvSpPr/>
              <p:nvPr/>
            </p:nvSpPr>
            <p:spPr>
              <a:xfrm rot="1796465">
                <a:off x="2966381" y="2636958"/>
                <a:ext cx="56073" cy="5209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54BB8B71-E66F-D0A0-A566-EF4AB3F68D7D}"/>
                  </a:ext>
                </a:extLst>
              </p:cNvPr>
              <p:cNvSpPr/>
              <p:nvPr/>
            </p:nvSpPr>
            <p:spPr>
              <a:xfrm rot="1796465">
                <a:off x="3002220" y="2551070"/>
                <a:ext cx="56073" cy="5209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52B6B38-9B7F-DF8E-0C5E-24F34D6D4347}"/>
                </a:ext>
              </a:extLst>
            </p:cNvPr>
            <p:cNvGrpSpPr/>
            <p:nvPr/>
          </p:nvGrpSpPr>
          <p:grpSpPr>
            <a:xfrm>
              <a:off x="4745769" y="4809459"/>
              <a:ext cx="377352" cy="522153"/>
              <a:chOff x="4387780" y="1640657"/>
              <a:chExt cx="293878" cy="377823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8D56E0D1-8272-0E32-172A-ADF376C51692}"/>
                  </a:ext>
                </a:extLst>
              </p:cNvPr>
              <p:cNvSpPr/>
              <p:nvPr/>
            </p:nvSpPr>
            <p:spPr>
              <a:xfrm>
                <a:off x="4417563" y="1881749"/>
                <a:ext cx="49808" cy="56165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6AD35235-C650-AF3E-2B94-C69B9900FB30}"/>
                  </a:ext>
                </a:extLst>
              </p:cNvPr>
              <p:cNvSpPr/>
              <p:nvPr/>
            </p:nvSpPr>
            <p:spPr>
              <a:xfrm>
                <a:off x="4548206" y="1792798"/>
                <a:ext cx="49808" cy="56165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B7C3A300-472C-E600-619B-9E81E87E101C}"/>
                  </a:ext>
                </a:extLst>
              </p:cNvPr>
              <p:cNvSpPr/>
              <p:nvPr/>
            </p:nvSpPr>
            <p:spPr>
              <a:xfrm>
                <a:off x="4442468" y="1803667"/>
                <a:ext cx="49808" cy="56165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D29E5D8B-C23B-56B1-D05C-CF2936A6DB7D}"/>
                  </a:ext>
                </a:extLst>
              </p:cNvPr>
              <p:cNvSpPr/>
              <p:nvPr/>
            </p:nvSpPr>
            <p:spPr>
              <a:xfrm>
                <a:off x="4387780" y="1769303"/>
                <a:ext cx="49808" cy="56165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84A4C754-CE07-E6DE-1005-A6B0D8663FC5}"/>
                  </a:ext>
                </a:extLst>
              </p:cNvPr>
              <p:cNvSpPr/>
              <p:nvPr/>
            </p:nvSpPr>
            <p:spPr>
              <a:xfrm>
                <a:off x="4427696" y="1671969"/>
                <a:ext cx="49808" cy="56165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FF81F1AE-BEEB-59CC-A395-5394D61043DE}"/>
                  </a:ext>
                </a:extLst>
              </p:cNvPr>
              <p:cNvSpPr/>
              <p:nvPr/>
            </p:nvSpPr>
            <p:spPr>
              <a:xfrm>
                <a:off x="4489863" y="1756132"/>
                <a:ext cx="49808" cy="56165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4E4BAE9-3D03-DAFE-7D6D-3AD3AFC0284F}"/>
                  </a:ext>
                </a:extLst>
              </p:cNvPr>
              <p:cNvSpPr/>
              <p:nvPr/>
            </p:nvSpPr>
            <p:spPr>
              <a:xfrm>
                <a:off x="4485965" y="1946079"/>
                <a:ext cx="49808" cy="56165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B43D034D-881D-C5B7-42D6-64E5E3F11A27}"/>
                  </a:ext>
                </a:extLst>
              </p:cNvPr>
              <p:cNvSpPr/>
              <p:nvPr/>
            </p:nvSpPr>
            <p:spPr>
              <a:xfrm>
                <a:off x="4582042" y="1640657"/>
                <a:ext cx="49808" cy="56165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E0F3DCB-943C-6DF3-11C2-E3BB984F3F2F}"/>
                  </a:ext>
                </a:extLst>
              </p:cNvPr>
              <p:cNvSpPr/>
              <p:nvPr/>
            </p:nvSpPr>
            <p:spPr>
              <a:xfrm>
                <a:off x="4560704" y="1962315"/>
                <a:ext cx="49808" cy="56165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4D16C3C-3047-EC4B-6A34-8AE5389DF19D}"/>
                  </a:ext>
                </a:extLst>
              </p:cNvPr>
              <p:cNvSpPr/>
              <p:nvPr/>
            </p:nvSpPr>
            <p:spPr>
              <a:xfrm>
                <a:off x="4511576" y="1871662"/>
                <a:ext cx="49808" cy="56165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E8E6FC6C-5905-4F9A-FF89-62B5671C8B2F}"/>
                  </a:ext>
                </a:extLst>
              </p:cNvPr>
              <p:cNvSpPr/>
              <p:nvPr/>
            </p:nvSpPr>
            <p:spPr>
              <a:xfrm>
                <a:off x="4517393" y="1676992"/>
                <a:ext cx="49808" cy="56165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4F8E714B-B06C-C997-2EBA-F15B5826CC3B}"/>
                  </a:ext>
                </a:extLst>
              </p:cNvPr>
              <p:cNvSpPr/>
              <p:nvPr/>
            </p:nvSpPr>
            <p:spPr>
              <a:xfrm>
                <a:off x="4417253" y="1653000"/>
                <a:ext cx="241189" cy="335760"/>
              </a:xfrm>
              <a:custGeom>
                <a:avLst/>
                <a:gdLst>
                  <a:gd name="connsiteX0" fmla="*/ 21033 w 537825"/>
                  <a:gd name="connsiteY0" fmla="*/ 126131 h 450677"/>
                  <a:gd name="connsiteX1" fmla="*/ 13659 w 537825"/>
                  <a:gd name="connsiteY1" fmla="*/ 273615 h 450677"/>
                  <a:gd name="connsiteX2" fmla="*/ 198014 w 537825"/>
                  <a:gd name="connsiteY2" fmla="*/ 443221 h 450677"/>
                  <a:gd name="connsiteX3" fmla="*/ 271756 w 537825"/>
                  <a:gd name="connsiteY3" fmla="*/ 332608 h 450677"/>
                  <a:gd name="connsiteX4" fmla="*/ 367620 w 537825"/>
                  <a:gd name="connsiteY4" fmla="*/ 450595 h 450677"/>
                  <a:gd name="connsiteX5" fmla="*/ 382369 w 537825"/>
                  <a:gd name="connsiteY5" fmla="*/ 310486 h 450677"/>
                  <a:gd name="connsiteX6" fmla="*/ 456111 w 537825"/>
                  <a:gd name="connsiteY6" fmla="*/ 421099 h 450677"/>
                  <a:gd name="connsiteX7" fmla="*/ 537227 w 537825"/>
                  <a:gd name="connsiteY7" fmla="*/ 170376 h 450677"/>
                  <a:gd name="connsiteX8" fmla="*/ 411866 w 537825"/>
                  <a:gd name="connsiteY8" fmla="*/ 770 h 450677"/>
                  <a:gd name="connsiteX9" fmla="*/ 345498 w 537825"/>
                  <a:gd name="connsiteY9" fmla="*/ 236744 h 450677"/>
                  <a:gd name="connsiteX10" fmla="*/ 271756 w 537825"/>
                  <a:gd name="connsiteY10" fmla="*/ 67137 h 450677"/>
                  <a:gd name="connsiteX11" fmla="*/ 175891 w 537825"/>
                  <a:gd name="connsiteY11" fmla="*/ 251492 h 450677"/>
                  <a:gd name="connsiteX12" fmla="*/ 109524 w 537825"/>
                  <a:gd name="connsiteY12" fmla="*/ 221995 h 450677"/>
                  <a:gd name="connsiteX13" fmla="*/ 80027 w 537825"/>
                  <a:gd name="connsiteY13" fmla="*/ 45015 h 450677"/>
                  <a:gd name="connsiteX14" fmla="*/ 21033 w 537825"/>
                  <a:gd name="connsiteY14" fmla="*/ 126131 h 4506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37825" h="450677">
                    <a:moveTo>
                      <a:pt x="21033" y="126131"/>
                    </a:moveTo>
                    <a:cubicBezTo>
                      <a:pt x="9972" y="164231"/>
                      <a:pt x="-15838" y="220767"/>
                      <a:pt x="13659" y="273615"/>
                    </a:cubicBezTo>
                    <a:cubicBezTo>
                      <a:pt x="43156" y="326463"/>
                      <a:pt x="154998" y="433389"/>
                      <a:pt x="198014" y="443221"/>
                    </a:cubicBezTo>
                    <a:cubicBezTo>
                      <a:pt x="241030" y="453053"/>
                      <a:pt x="243488" y="331379"/>
                      <a:pt x="271756" y="332608"/>
                    </a:cubicBezTo>
                    <a:cubicBezTo>
                      <a:pt x="300024" y="333837"/>
                      <a:pt x="349185" y="454282"/>
                      <a:pt x="367620" y="450595"/>
                    </a:cubicBezTo>
                    <a:cubicBezTo>
                      <a:pt x="386056" y="446908"/>
                      <a:pt x="367621" y="315402"/>
                      <a:pt x="382369" y="310486"/>
                    </a:cubicBezTo>
                    <a:cubicBezTo>
                      <a:pt x="397118" y="305570"/>
                      <a:pt x="430301" y="444451"/>
                      <a:pt x="456111" y="421099"/>
                    </a:cubicBezTo>
                    <a:cubicBezTo>
                      <a:pt x="481921" y="397747"/>
                      <a:pt x="544601" y="240431"/>
                      <a:pt x="537227" y="170376"/>
                    </a:cubicBezTo>
                    <a:cubicBezTo>
                      <a:pt x="529853" y="100321"/>
                      <a:pt x="443821" y="-10291"/>
                      <a:pt x="411866" y="770"/>
                    </a:cubicBezTo>
                    <a:cubicBezTo>
                      <a:pt x="379911" y="11831"/>
                      <a:pt x="368850" y="225683"/>
                      <a:pt x="345498" y="236744"/>
                    </a:cubicBezTo>
                    <a:cubicBezTo>
                      <a:pt x="322146" y="247805"/>
                      <a:pt x="300024" y="64679"/>
                      <a:pt x="271756" y="67137"/>
                    </a:cubicBezTo>
                    <a:cubicBezTo>
                      <a:pt x="243488" y="69595"/>
                      <a:pt x="202930" y="225682"/>
                      <a:pt x="175891" y="251492"/>
                    </a:cubicBezTo>
                    <a:cubicBezTo>
                      <a:pt x="148852" y="277302"/>
                      <a:pt x="125501" y="256408"/>
                      <a:pt x="109524" y="221995"/>
                    </a:cubicBezTo>
                    <a:cubicBezTo>
                      <a:pt x="93547" y="187582"/>
                      <a:pt x="96004" y="64679"/>
                      <a:pt x="80027" y="45015"/>
                    </a:cubicBezTo>
                    <a:cubicBezTo>
                      <a:pt x="64050" y="25351"/>
                      <a:pt x="32094" y="88031"/>
                      <a:pt x="21033" y="126131"/>
                    </a:cubicBezTo>
                    <a:close/>
                  </a:path>
                </a:pathLst>
              </a:cu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37489C36-B8D5-75BD-6ED2-AB61843C2803}"/>
                  </a:ext>
                </a:extLst>
              </p:cNvPr>
              <p:cNvSpPr/>
              <p:nvPr/>
            </p:nvSpPr>
            <p:spPr>
              <a:xfrm>
                <a:off x="4628888" y="1735143"/>
                <a:ext cx="49808" cy="56165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62702992-E1C6-FDF6-9E2B-83ACD8F287EF}"/>
                  </a:ext>
                </a:extLst>
              </p:cNvPr>
              <p:cNvSpPr/>
              <p:nvPr/>
            </p:nvSpPr>
            <p:spPr>
              <a:xfrm>
                <a:off x="4631850" y="1841176"/>
                <a:ext cx="49808" cy="56165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0B6A3295-E95F-EA43-CF49-A35129121979}"/>
                  </a:ext>
                </a:extLst>
              </p:cNvPr>
              <p:cNvSpPr/>
              <p:nvPr/>
            </p:nvSpPr>
            <p:spPr>
              <a:xfrm>
                <a:off x="4599282" y="1913586"/>
                <a:ext cx="49808" cy="56165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64">
                  <a:latin typeface="Times" pitchFamily="2" charset="0"/>
                </a:endParaRPr>
              </a:p>
            </p:txBody>
          </p:sp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EA2ECF55-EDEA-3C31-59A4-45D71C2F9C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1444" t="4071" r="996" b="56421"/>
            <a:stretch/>
          </p:blipFill>
          <p:spPr>
            <a:xfrm>
              <a:off x="1952118" y="4682191"/>
              <a:ext cx="1835004" cy="816045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4B5B2B1-E9FB-65D0-977C-6D6A07829E9A}"/>
                </a:ext>
              </a:extLst>
            </p:cNvPr>
            <p:cNvSpPr/>
            <p:nvPr/>
          </p:nvSpPr>
          <p:spPr>
            <a:xfrm>
              <a:off x="2119977" y="4626167"/>
              <a:ext cx="102219" cy="1008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64">
                <a:latin typeface="Times" pitchFamily="2" charset="0"/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7914DD9A-E339-80A7-D1CF-C5CD98300A59}"/>
                </a:ext>
              </a:extLst>
            </p:cNvPr>
            <p:cNvSpPr/>
            <p:nvPr/>
          </p:nvSpPr>
          <p:spPr>
            <a:xfrm rot="15477190">
              <a:off x="2228582" y="4780213"/>
              <a:ext cx="658664" cy="446346"/>
            </a:xfrm>
            <a:custGeom>
              <a:avLst/>
              <a:gdLst>
                <a:gd name="connsiteX0" fmla="*/ 0 w 837405"/>
                <a:gd name="connsiteY0" fmla="*/ 802682 h 802682"/>
                <a:gd name="connsiteX1" fmla="*/ 232610 w 837405"/>
                <a:gd name="connsiteY1" fmla="*/ 762577 h 802682"/>
                <a:gd name="connsiteX2" fmla="*/ 449179 w 837405"/>
                <a:gd name="connsiteY2" fmla="*/ 642261 h 802682"/>
                <a:gd name="connsiteX3" fmla="*/ 617621 w 837405"/>
                <a:gd name="connsiteY3" fmla="*/ 449755 h 802682"/>
                <a:gd name="connsiteX4" fmla="*/ 745958 w 837405"/>
                <a:gd name="connsiteY4" fmla="*/ 225166 h 802682"/>
                <a:gd name="connsiteX5" fmla="*/ 834189 w 837405"/>
                <a:gd name="connsiteY5" fmla="*/ 8598 h 802682"/>
                <a:gd name="connsiteX6" fmla="*/ 818147 w 837405"/>
                <a:gd name="connsiteY6" fmla="*/ 40682 h 802682"/>
                <a:gd name="connsiteX7" fmla="*/ 818147 w 837405"/>
                <a:gd name="connsiteY7" fmla="*/ 16619 h 802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7405" h="802682">
                  <a:moveTo>
                    <a:pt x="0" y="802682"/>
                  </a:moveTo>
                  <a:cubicBezTo>
                    <a:pt x="78873" y="795998"/>
                    <a:pt x="157747" y="789314"/>
                    <a:pt x="232610" y="762577"/>
                  </a:cubicBezTo>
                  <a:cubicBezTo>
                    <a:pt x="307473" y="735840"/>
                    <a:pt x="385011" y="694398"/>
                    <a:pt x="449179" y="642261"/>
                  </a:cubicBezTo>
                  <a:cubicBezTo>
                    <a:pt x="513347" y="590124"/>
                    <a:pt x="568158" y="519271"/>
                    <a:pt x="617621" y="449755"/>
                  </a:cubicBezTo>
                  <a:cubicBezTo>
                    <a:pt x="667084" y="380239"/>
                    <a:pt x="709863" y="298692"/>
                    <a:pt x="745958" y="225166"/>
                  </a:cubicBezTo>
                  <a:cubicBezTo>
                    <a:pt x="782053" y="151640"/>
                    <a:pt x="822158" y="39345"/>
                    <a:pt x="834189" y="8598"/>
                  </a:cubicBezTo>
                  <a:cubicBezTo>
                    <a:pt x="846220" y="-22149"/>
                    <a:pt x="820821" y="39345"/>
                    <a:pt x="818147" y="40682"/>
                  </a:cubicBezTo>
                  <a:cubicBezTo>
                    <a:pt x="815473" y="42019"/>
                    <a:pt x="818147" y="16619"/>
                    <a:pt x="818147" y="16619"/>
                  </a:cubicBezTo>
                </a:path>
              </a:pathLst>
            </a:custGeom>
            <a:noFill/>
            <a:ln w="25400">
              <a:solidFill>
                <a:schemeClr val="bg1">
                  <a:lumMod val="50000"/>
                </a:schemeClr>
              </a:solidFill>
              <a:headEnd type="triangl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64">
                <a:latin typeface="Times" pitchFamily="2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7C18493-7C57-4B4F-682E-42386864131B}"/>
                </a:ext>
              </a:extLst>
            </p:cNvPr>
            <p:cNvSpPr/>
            <p:nvPr/>
          </p:nvSpPr>
          <p:spPr>
            <a:xfrm>
              <a:off x="2815158" y="5276742"/>
              <a:ext cx="102219" cy="10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64">
                <a:latin typeface="Times" pitchFamily="2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ECEA6E2-0BA8-947C-96E2-E7B15A821192}"/>
                </a:ext>
              </a:extLst>
            </p:cNvPr>
            <p:cNvSpPr/>
            <p:nvPr/>
          </p:nvSpPr>
          <p:spPr>
            <a:xfrm>
              <a:off x="1887469" y="4116161"/>
              <a:ext cx="4117837" cy="1437488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latin typeface="Times" pitchFamily="2" charset="0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66E7B2B-06A4-81C9-12C2-22DC1F17EE6E}"/>
                </a:ext>
              </a:extLst>
            </p:cNvPr>
            <p:cNvCxnSpPr/>
            <p:nvPr/>
          </p:nvCxnSpPr>
          <p:spPr>
            <a:xfrm>
              <a:off x="3863826" y="4116161"/>
              <a:ext cx="0" cy="1403192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693FA9C-EF2A-FE59-7475-25F69DC69F0C}"/>
                </a:ext>
              </a:extLst>
            </p:cNvPr>
            <p:cNvSpPr txBox="1"/>
            <p:nvPr/>
          </p:nvSpPr>
          <p:spPr>
            <a:xfrm>
              <a:off x="2411875" y="4128701"/>
              <a:ext cx="1056975" cy="369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99" b="1" dirty="0">
                  <a:latin typeface="Times" pitchFamily="2" charset="0"/>
                </a:rPr>
                <a:t>Classical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04B3EF4-3D57-6C6B-B058-99CAFAC85547}"/>
                </a:ext>
              </a:extLst>
            </p:cNvPr>
            <p:cNvSpPr txBox="1"/>
            <p:nvPr/>
          </p:nvSpPr>
          <p:spPr>
            <a:xfrm>
              <a:off x="4654896" y="4131807"/>
              <a:ext cx="877391" cy="369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99" b="1" dirty="0">
                  <a:latin typeface="Times" pitchFamily="2" charset="0"/>
                </a:rPr>
                <a:t>RPMD</a:t>
              </a:r>
            </a:p>
          </p:txBody>
        </p:sp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1ACAA52-406A-7274-4093-2AF11E53410A}"/>
              </a:ext>
            </a:extLst>
          </p:cNvPr>
          <p:cNvCxnSpPr/>
          <p:nvPr/>
        </p:nvCxnSpPr>
        <p:spPr>
          <a:xfrm>
            <a:off x="4688045" y="5105415"/>
            <a:ext cx="326206" cy="1239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602990C-484A-06AA-0E6D-76EFF56B02A6}"/>
              </a:ext>
            </a:extLst>
          </p:cNvPr>
          <p:cNvCxnSpPr/>
          <p:nvPr/>
        </p:nvCxnSpPr>
        <p:spPr>
          <a:xfrm>
            <a:off x="9227868" y="4778989"/>
            <a:ext cx="23393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DA22C03-862D-803C-6768-041CF8EAE9A7}"/>
              </a:ext>
            </a:extLst>
          </p:cNvPr>
          <p:cNvGrpSpPr/>
          <p:nvPr/>
        </p:nvGrpSpPr>
        <p:grpSpPr>
          <a:xfrm>
            <a:off x="6270614" y="4067720"/>
            <a:ext cx="4116765" cy="1458083"/>
            <a:chOff x="6108248" y="1064758"/>
            <a:chExt cx="4117837" cy="1458463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0B96601-446A-CC34-758B-397057A6AF9C}"/>
                </a:ext>
              </a:extLst>
            </p:cNvPr>
            <p:cNvGrpSpPr/>
            <p:nvPr/>
          </p:nvGrpSpPr>
          <p:grpSpPr>
            <a:xfrm>
              <a:off x="6108248" y="1064758"/>
              <a:ext cx="4117837" cy="1458463"/>
              <a:chOff x="4584245" y="1452205"/>
              <a:chExt cx="4117837" cy="1458463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9669B759-0E29-0360-6D4D-05438FEB742D}"/>
                  </a:ext>
                </a:extLst>
              </p:cNvPr>
              <p:cNvGrpSpPr/>
              <p:nvPr/>
            </p:nvGrpSpPr>
            <p:grpSpPr>
              <a:xfrm>
                <a:off x="4586825" y="1889679"/>
                <a:ext cx="1976793" cy="880335"/>
                <a:chOff x="5282045" y="2373837"/>
                <a:chExt cx="1731819" cy="733782"/>
              </a:xfrm>
            </p:grpSpPr>
            <p:pic>
              <p:nvPicPr>
                <p:cNvPr id="122" name="Picture 121">
                  <a:extLst>
                    <a:ext uri="{FF2B5EF4-FFF2-40B4-BE49-F238E27FC236}">
                      <a16:creationId xmlns:a16="http://schemas.microsoft.com/office/drawing/2014/main" id="{197B28A9-872C-549C-A70E-E327747289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l="1560" t="54625" r="1005" b="3148"/>
                <a:stretch/>
              </p:blipFill>
              <p:spPr>
                <a:xfrm>
                  <a:off x="5282045" y="2373837"/>
                  <a:ext cx="1731819" cy="733782"/>
                </a:xfrm>
                <a:prstGeom prst="rect">
                  <a:avLst/>
                </a:prstGeom>
              </p:spPr>
            </p:pic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59DF8A14-8553-EC55-5AF4-3B88B1209D6F}"/>
                    </a:ext>
                  </a:extLst>
                </p:cNvPr>
                <p:cNvSpPr/>
                <p:nvPr/>
              </p:nvSpPr>
              <p:spPr>
                <a:xfrm>
                  <a:off x="5543475" y="2908532"/>
                  <a:ext cx="75676" cy="84259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799">
                    <a:latin typeface="Times" pitchFamily="2" charset="0"/>
                  </a:endParaRPr>
                </a:p>
              </p:txBody>
            </p:sp>
            <p:sp>
              <p:nvSpPr>
                <p:cNvPr id="124" name="Freeform 123">
                  <a:extLst>
                    <a:ext uri="{FF2B5EF4-FFF2-40B4-BE49-F238E27FC236}">
                      <a16:creationId xmlns:a16="http://schemas.microsoft.com/office/drawing/2014/main" id="{43F7A079-3D78-8E35-C1A4-66A785DC3289}"/>
                    </a:ext>
                  </a:extLst>
                </p:cNvPr>
                <p:cNvSpPr/>
                <p:nvPr/>
              </p:nvSpPr>
              <p:spPr>
                <a:xfrm rot="21101651">
                  <a:off x="5626276" y="2642775"/>
                  <a:ext cx="378056" cy="255924"/>
                </a:xfrm>
                <a:custGeom>
                  <a:avLst/>
                  <a:gdLst>
                    <a:gd name="connsiteX0" fmla="*/ 0 w 837405"/>
                    <a:gd name="connsiteY0" fmla="*/ 802682 h 802682"/>
                    <a:gd name="connsiteX1" fmla="*/ 232610 w 837405"/>
                    <a:gd name="connsiteY1" fmla="*/ 762577 h 802682"/>
                    <a:gd name="connsiteX2" fmla="*/ 449179 w 837405"/>
                    <a:gd name="connsiteY2" fmla="*/ 642261 h 802682"/>
                    <a:gd name="connsiteX3" fmla="*/ 617621 w 837405"/>
                    <a:gd name="connsiteY3" fmla="*/ 449755 h 802682"/>
                    <a:gd name="connsiteX4" fmla="*/ 745958 w 837405"/>
                    <a:gd name="connsiteY4" fmla="*/ 225166 h 802682"/>
                    <a:gd name="connsiteX5" fmla="*/ 834189 w 837405"/>
                    <a:gd name="connsiteY5" fmla="*/ 8598 h 802682"/>
                    <a:gd name="connsiteX6" fmla="*/ 818147 w 837405"/>
                    <a:gd name="connsiteY6" fmla="*/ 40682 h 802682"/>
                    <a:gd name="connsiteX7" fmla="*/ 818147 w 837405"/>
                    <a:gd name="connsiteY7" fmla="*/ 16619 h 802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37405" h="802682">
                      <a:moveTo>
                        <a:pt x="0" y="802682"/>
                      </a:moveTo>
                      <a:cubicBezTo>
                        <a:pt x="78873" y="795998"/>
                        <a:pt x="157747" y="789314"/>
                        <a:pt x="232610" y="762577"/>
                      </a:cubicBezTo>
                      <a:cubicBezTo>
                        <a:pt x="307473" y="735840"/>
                        <a:pt x="385011" y="694398"/>
                        <a:pt x="449179" y="642261"/>
                      </a:cubicBezTo>
                      <a:cubicBezTo>
                        <a:pt x="513347" y="590124"/>
                        <a:pt x="568158" y="519271"/>
                        <a:pt x="617621" y="449755"/>
                      </a:cubicBezTo>
                      <a:cubicBezTo>
                        <a:pt x="667084" y="380239"/>
                        <a:pt x="709863" y="298692"/>
                        <a:pt x="745958" y="225166"/>
                      </a:cubicBezTo>
                      <a:cubicBezTo>
                        <a:pt x="782053" y="151640"/>
                        <a:pt x="822158" y="39345"/>
                        <a:pt x="834189" y="8598"/>
                      </a:cubicBezTo>
                      <a:cubicBezTo>
                        <a:pt x="846220" y="-22149"/>
                        <a:pt x="820821" y="39345"/>
                        <a:pt x="818147" y="40682"/>
                      </a:cubicBezTo>
                      <a:cubicBezTo>
                        <a:pt x="815473" y="42019"/>
                        <a:pt x="818147" y="16619"/>
                        <a:pt x="818147" y="16619"/>
                      </a:cubicBezTo>
                    </a:path>
                  </a:pathLst>
                </a:custGeom>
                <a:noFill/>
                <a:ln w="25400">
                  <a:solidFill>
                    <a:schemeClr val="bg1">
                      <a:lumMod val="75000"/>
                    </a:schemeClr>
                  </a:solidFill>
                  <a:tailEnd type="triangl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799">
                    <a:latin typeface="Times" pitchFamily="2" charset="0"/>
                  </a:endParaRPr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3A30CFC4-581D-A979-D7FF-E8C3ED938373}"/>
                    </a:ext>
                  </a:extLst>
                </p:cNvPr>
                <p:cNvSpPr/>
                <p:nvPr/>
              </p:nvSpPr>
              <p:spPr>
                <a:xfrm>
                  <a:off x="5353792" y="2847695"/>
                  <a:ext cx="82296" cy="8425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799">
                    <a:latin typeface="Times" pitchFamily="2" charset="0"/>
                  </a:endParaRPr>
                </a:p>
              </p:txBody>
            </p:sp>
            <p:sp>
              <p:nvSpPr>
                <p:cNvPr id="126" name="Freeform 125">
                  <a:extLst>
                    <a:ext uri="{FF2B5EF4-FFF2-40B4-BE49-F238E27FC236}">
                      <a16:creationId xmlns:a16="http://schemas.microsoft.com/office/drawing/2014/main" id="{A6C8E039-BDDC-AC70-5896-0E4818949CF3}"/>
                    </a:ext>
                  </a:extLst>
                </p:cNvPr>
                <p:cNvSpPr/>
                <p:nvPr/>
              </p:nvSpPr>
              <p:spPr>
                <a:xfrm rot="7194084" flipV="1">
                  <a:off x="5443304" y="2572972"/>
                  <a:ext cx="502400" cy="312611"/>
                </a:xfrm>
                <a:custGeom>
                  <a:avLst/>
                  <a:gdLst>
                    <a:gd name="connsiteX0" fmla="*/ 0 w 837405"/>
                    <a:gd name="connsiteY0" fmla="*/ 802682 h 802682"/>
                    <a:gd name="connsiteX1" fmla="*/ 232610 w 837405"/>
                    <a:gd name="connsiteY1" fmla="*/ 762577 h 802682"/>
                    <a:gd name="connsiteX2" fmla="*/ 449179 w 837405"/>
                    <a:gd name="connsiteY2" fmla="*/ 642261 h 802682"/>
                    <a:gd name="connsiteX3" fmla="*/ 617621 w 837405"/>
                    <a:gd name="connsiteY3" fmla="*/ 449755 h 802682"/>
                    <a:gd name="connsiteX4" fmla="*/ 745958 w 837405"/>
                    <a:gd name="connsiteY4" fmla="*/ 225166 h 802682"/>
                    <a:gd name="connsiteX5" fmla="*/ 834189 w 837405"/>
                    <a:gd name="connsiteY5" fmla="*/ 8598 h 802682"/>
                    <a:gd name="connsiteX6" fmla="*/ 818147 w 837405"/>
                    <a:gd name="connsiteY6" fmla="*/ 40682 h 802682"/>
                    <a:gd name="connsiteX7" fmla="*/ 818147 w 837405"/>
                    <a:gd name="connsiteY7" fmla="*/ 16619 h 802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37405" h="802682">
                      <a:moveTo>
                        <a:pt x="0" y="802682"/>
                      </a:moveTo>
                      <a:cubicBezTo>
                        <a:pt x="78873" y="795998"/>
                        <a:pt x="157747" y="789314"/>
                        <a:pt x="232610" y="762577"/>
                      </a:cubicBezTo>
                      <a:cubicBezTo>
                        <a:pt x="307473" y="735840"/>
                        <a:pt x="385011" y="694398"/>
                        <a:pt x="449179" y="642261"/>
                      </a:cubicBezTo>
                      <a:cubicBezTo>
                        <a:pt x="513347" y="590124"/>
                        <a:pt x="568158" y="519271"/>
                        <a:pt x="617621" y="449755"/>
                      </a:cubicBezTo>
                      <a:cubicBezTo>
                        <a:pt x="667084" y="380239"/>
                        <a:pt x="709863" y="298692"/>
                        <a:pt x="745958" y="225166"/>
                      </a:cubicBezTo>
                      <a:cubicBezTo>
                        <a:pt x="782053" y="151640"/>
                        <a:pt x="822158" y="39345"/>
                        <a:pt x="834189" y="8598"/>
                      </a:cubicBezTo>
                      <a:cubicBezTo>
                        <a:pt x="846220" y="-22149"/>
                        <a:pt x="820821" y="39345"/>
                        <a:pt x="818147" y="40682"/>
                      </a:cubicBezTo>
                      <a:cubicBezTo>
                        <a:pt x="815473" y="42019"/>
                        <a:pt x="818147" y="16619"/>
                        <a:pt x="818147" y="16619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tailEnd type="triangle"/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799">
                    <a:latin typeface="Times" pitchFamily="2" charset="0"/>
                  </a:endParaRPr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22932E49-F64B-CFD5-59AC-6FBA42FAD029}"/>
                    </a:ext>
                  </a:extLst>
                </p:cNvPr>
                <p:cNvSpPr/>
                <p:nvPr/>
              </p:nvSpPr>
              <p:spPr>
                <a:xfrm>
                  <a:off x="5972346" y="2512967"/>
                  <a:ext cx="82296" cy="84259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799">
                    <a:latin typeface="Times" pitchFamily="2" charset="0"/>
                  </a:endParaRPr>
                </a:p>
              </p:txBody>
            </p:sp>
          </p:grp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3EAF8D4B-6DB8-8155-A12F-7E9ADA6E5B72}"/>
                  </a:ext>
                </a:extLst>
              </p:cNvPr>
              <p:cNvSpPr/>
              <p:nvPr/>
            </p:nvSpPr>
            <p:spPr>
              <a:xfrm>
                <a:off x="4584245" y="1473180"/>
                <a:ext cx="4117837" cy="143748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799">
                  <a:latin typeface="Times" pitchFamily="2" charset="0"/>
                </a:endParaRPr>
              </a:p>
            </p:txBody>
          </p: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16FD0335-F184-DE9E-48E4-A154AF867566}"/>
                  </a:ext>
                </a:extLst>
              </p:cNvPr>
              <p:cNvCxnSpPr/>
              <p:nvPr/>
            </p:nvCxnSpPr>
            <p:spPr>
              <a:xfrm>
                <a:off x="6575176" y="1498227"/>
                <a:ext cx="0" cy="1403192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05325255-330F-234A-EA66-7FE96EBFFC4A}"/>
                  </a:ext>
                </a:extLst>
              </p:cNvPr>
              <p:cNvGrpSpPr/>
              <p:nvPr/>
            </p:nvGrpSpPr>
            <p:grpSpPr>
              <a:xfrm>
                <a:off x="6626104" y="1775483"/>
                <a:ext cx="2055198" cy="995824"/>
                <a:chOff x="6626104" y="1701341"/>
                <a:chExt cx="2055198" cy="995824"/>
              </a:xfrm>
            </p:grpSpPr>
            <p:pic>
              <p:nvPicPr>
                <p:cNvPr id="78" name="Picture 77">
                  <a:extLst>
                    <a:ext uri="{FF2B5EF4-FFF2-40B4-BE49-F238E27FC236}">
                      <a16:creationId xmlns:a16="http://schemas.microsoft.com/office/drawing/2014/main" id="{B1B3A577-E69B-82F3-6BBF-931856B1C9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l="1482" t="52013" r="1953" b="3674"/>
                <a:stretch/>
              </p:blipFill>
              <p:spPr>
                <a:xfrm>
                  <a:off x="6638217" y="1701341"/>
                  <a:ext cx="2019042" cy="995824"/>
                </a:xfrm>
                <a:prstGeom prst="rect">
                  <a:avLst/>
                </a:prstGeom>
              </p:spPr>
            </p:pic>
            <p:sp>
              <p:nvSpPr>
                <p:cNvPr id="79" name="Freeform 78">
                  <a:extLst>
                    <a:ext uri="{FF2B5EF4-FFF2-40B4-BE49-F238E27FC236}">
                      <a16:creationId xmlns:a16="http://schemas.microsoft.com/office/drawing/2014/main" id="{93366856-CD57-2D10-A0EF-3EC1962DE4F9}"/>
                    </a:ext>
                  </a:extLst>
                </p:cNvPr>
                <p:cNvSpPr/>
                <p:nvPr/>
              </p:nvSpPr>
              <p:spPr>
                <a:xfrm>
                  <a:off x="7113675" y="2164647"/>
                  <a:ext cx="294149" cy="262631"/>
                </a:xfrm>
                <a:custGeom>
                  <a:avLst/>
                  <a:gdLst>
                    <a:gd name="connsiteX0" fmla="*/ 0 w 837405"/>
                    <a:gd name="connsiteY0" fmla="*/ 802682 h 802682"/>
                    <a:gd name="connsiteX1" fmla="*/ 232610 w 837405"/>
                    <a:gd name="connsiteY1" fmla="*/ 762577 h 802682"/>
                    <a:gd name="connsiteX2" fmla="*/ 449179 w 837405"/>
                    <a:gd name="connsiteY2" fmla="*/ 642261 h 802682"/>
                    <a:gd name="connsiteX3" fmla="*/ 617621 w 837405"/>
                    <a:gd name="connsiteY3" fmla="*/ 449755 h 802682"/>
                    <a:gd name="connsiteX4" fmla="*/ 745958 w 837405"/>
                    <a:gd name="connsiteY4" fmla="*/ 225166 h 802682"/>
                    <a:gd name="connsiteX5" fmla="*/ 834189 w 837405"/>
                    <a:gd name="connsiteY5" fmla="*/ 8598 h 802682"/>
                    <a:gd name="connsiteX6" fmla="*/ 818147 w 837405"/>
                    <a:gd name="connsiteY6" fmla="*/ 40682 h 802682"/>
                    <a:gd name="connsiteX7" fmla="*/ 818147 w 837405"/>
                    <a:gd name="connsiteY7" fmla="*/ 16619 h 802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37405" h="802682">
                      <a:moveTo>
                        <a:pt x="0" y="802682"/>
                      </a:moveTo>
                      <a:cubicBezTo>
                        <a:pt x="78873" y="795998"/>
                        <a:pt x="157747" y="789314"/>
                        <a:pt x="232610" y="762577"/>
                      </a:cubicBezTo>
                      <a:cubicBezTo>
                        <a:pt x="307473" y="735840"/>
                        <a:pt x="385011" y="694398"/>
                        <a:pt x="449179" y="642261"/>
                      </a:cubicBezTo>
                      <a:cubicBezTo>
                        <a:pt x="513347" y="590124"/>
                        <a:pt x="568158" y="519271"/>
                        <a:pt x="617621" y="449755"/>
                      </a:cubicBezTo>
                      <a:cubicBezTo>
                        <a:pt x="667084" y="380239"/>
                        <a:pt x="709863" y="298692"/>
                        <a:pt x="745958" y="225166"/>
                      </a:cubicBezTo>
                      <a:cubicBezTo>
                        <a:pt x="782053" y="151640"/>
                        <a:pt x="822158" y="39345"/>
                        <a:pt x="834189" y="8598"/>
                      </a:cubicBezTo>
                      <a:cubicBezTo>
                        <a:pt x="846220" y="-22149"/>
                        <a:pt x="820821" y="39345"/>
                        <a:pt x="818147" y="40682"/>
                      </a:cubicBezTo>
                      <a:cubicBezTo>
                        <a:pt x="815473" y="42019"/>
                        <a:pt x="818147" y="16619"/>
                        <a:pt x="818147" y="16619"/>
                      </a:cubicBezTo>
                    </a:path>
                  </a:pathLst>
                </a:custGeom>
                <a:noFill/>
                <a:ln w="28575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799">
                    <a:latin typeface="Times" pitchFamily="2" charset="0"/>
                  </a:endParaRPr>
                </a:p>
              </p:txBody>
            </p:sp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A97917A2-6907-A160-BD32-ADD530E5A85D}"/>
                    </a:ext>
                  </a:extLst>
                </p:cNvPr>
                <p:cNvGrpSpPr/>
                <p:nvPr/>
              </p:nvGrpSpPr>
              <p:grpSpPr>
                <a:xfrm>
                  <a:off x="7341988" y="1728014"/>
                  <a:ext cx="650073" cy="453010"/>
                  <a:chOff x="6475199" y="1699873"/>
                  <a:chExt cx="1158462" cy="598666"/>
                </a:xfrm>
              </p:grpSpPr>
              <p:sp>
                <p:nvSpPr>
                  <p:cNvPr id="108" name="Freeform 107">
                    <a:extLst>
                      <a:ext uri="{FF2B5EF4-FFF2-40B4-BE49-F238E27FC236}">
                        <a16:creationId xmlns:a16="http://schemas.microsoft.com/office/drawing/2014/main" id="{EE6015DB-E104-69F3-C5AA-E01F624324CE}"/>
                      </a:ext>
                    </a:extLst>
                  </p:cNvPr>
                  <p:cNvSpPr/>
                  <p:nvPr/>
                </p:nvSpPr>
                <p:spPr>
                  <a:xfrm>
                    <a:off x="6527657" y="1755791"/>
                    <a:ext cx="1062064" cy="524462"/>
                  </a:xfrm>
                  <a:custGeom>
                    <a:avLst/>
                    <a:gdLst>
                      <a:gd name="connsiteX0" fmla="*/ 165751 w 1062063"/>
                      <a:gd name="connsiteY0" fmla="*/ 439765 h 524462"/>
                      <a:gd name="connsiteX1" fmla="*/ 19447 w 1062063"/>
                      <a:gd name="connsiteY1" fmla="*/ 430621 h 524462"/>
                      <a:gd name="connsiteX2" fmla="*/ 19447 w 1062063"/>
                      <a:gd name="connsiteY2" fmla="*/ 165445 h 524462"/>
                      <a:gd name="connsiteX3" fmla="*/ 184039 w 1062063"/>
                      <a:gd name="connsiteY3" fmla="*/ 202021 h 524462"/>
                      <a:gd name="connsiteX4" fmla="*/ 394351 w 1062063"/>
                      <a:gd name="connsiteY4" fmla="*/ 19141 h 524462"/>
                      <a:gd name="connsiteX5" fmla="*/ 750967 w 1062063"/>
                      <a:gd name="connsiteY5" fmla="*/ 28285 h 524462"/>
                      <a:gd name="connsiteX6" fmla="*/ 915559 w 1062063"/>
                      <a:gd name="connsiteY6" fmla="*/ 220309 h 524462"/>
                      <a:gd name="connsiteX7" fmla="*/ 1061863 w 1062063"/>
                      <a:gd name="connsiteY7" fmla="*/ 311749 h 524462"/>
                      <a:gd name="connsiteX8" fmla="*/ 942991 w 1062063"/>
                      <a:gd name="connsiteY8" fmla="*/ 522061 h 524462"/>
                      <a:gd name="connsiteX9" fmla="*/ 769255 w 1062063"/>
                      <a:gd name="connsiteY9" fmla="*/ 412333 h 524462"/>
                      <a:gd name="connsiteX10" fmla="*/ 641239 w 1062063"/>
                      <a:gd name="connsiteY10" fmla="*/ 211165 h 524462"/>
                      <a:gd name="connsiteX11" fmla="*/ 513223 w 1062063"/>
                      <a:gd name="connsiteY11" fmla="*/ 110581 h 524462"/>
                      <a:gd name="connsiteX12" fmla="*/ 366919 w 1062063"/>
                      <a:gd name="connsiteY12" fmla="*/ 229453 h 524462"/>
                      <a:gd name="connsiteX13" fmla="*/ 165751 w 1062063"/>
                      <a:gd name="connsiteY13" fmla="*/ 439765 h 524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1062063" h="524462">
                        <a:moveTo>
                          <a:pt x="165751" y="439765"/>
                        </a:moveTo>
                        <a:cubicBezTo>
                          <a:pt x="107839" y="473293"/>
                          <a:pt x="43831" y="476341"/>
                          <a:pt x="19447" y="430621"/>
                        </a:cubicBezTo>
                        <a:cubicBezTo>
                          <a:pt x="-4937" y="384901"/>
                          <a:pt x="-7985" y="203545"/>
                          <a:pt x="19447" y="165445"/>
                        </a:cubicBezTo>
                        <a:cubicBezTo>
                          <a:pt x="46879" y="127345"/>
                          <a:pt x="121555" y="226405"/>
                          <a:pt x="184039" y="202021"/>
                        </a:cubicBezTo>
                        <a:cubicBezTo>
                          <a:pt x="246523" y="177637"/>
                          <a:pt x="299863" y="48097"/>
                          <a:pt x="394351" y="19141"/>
                        </a:cubicBezTo>
                        <a:cubicBezTo>
                          <a:pt x="488839" y="-9815"/>
                          <a:pt x="664099" y="-5243"/>
                          <a:pt x="750967" y="28285"/>
                        </a:cubicBezTo>
                        <a:cubicBezTo>
                          <a:pt x="837835" y="61813"/>
                          <a:pt x="863743" y="173065"/>
                          <a:pt x="915559" y="220309"/>
                        </a:cubicBezTo>
                        <a:cubicBezTo>
                          <a:pt x="967375" y="267553"/>
                          <a:pt x="1057291" y="261457"/>
                          <a:pt x="1061863" y="311749"/>
                        </a:cubicBezTo>
                        <a:cubicBezTo>
                          <a:pt x="1066435" y="362041"/>
                          <a:pt x="991759" y="505297"/>
                          <a:pt x="942991" y="522061"/>
                        </a:cubicBezTo>
                        <a:cubicBezTo>
                          <a:pt x="894223" y="538825"/>
                          <a:pt x="819547" y="464149"/>
                          <a:pt x="769255" y="412333"/>
                        </a:cubicBezTo>
                        <a:cubicBezTo>
                          <a:pt x="718963" y="360517"/>
                          <a:pt x="683911" y="261457"/>
                          <a:pt x="641239" y="211165"/>
                        </a:cubicBezTo>
                        <a:cubicBezTo>
                          <a:pt x="598567" y="160873"/>
                          <a:pt x="558943" y="107533"/>
                          <a:pt x="513223" y="110581"/>
                        </a:cubicBezTo>
                        <a:cubicBezTo>
                          <a:pt x="467503" y="113629"/>
                          <a:pt x="418735" y="173065"/>
                          <a:pt x="366919" y="229453"/>
                        </a:cubicBezTo>
                        <a:cubicBezTo>
                          <a:pt x="315103" y="285841"/>
                          <a:pt x="223663" y="406237"/>
                          <a:pt x="165751" y="439765"/>
                        </a:cubicBezTo>
                        <a:close/>
                      </a:path>
                    </a:pathLst>
                  </a:custGeom>
                  <a:noFill/>
                  <a:ln w="15875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799">
                      <a:latin typeface="Times" pitchFamily="2" charset="0"/>
                    </a:endParaRPr>
                  </a:p>
                </p:txBody>
              </p:sp>
              <p:sp>
                <p:nvSpPr>
                  <p:cNvPr id="109" name="Oval 108">
                    <a:extLst>
                      <a:ext uri="{FF2B5EF4-FFF2-40B4-BE49-F238E27FC236}">
                        <a16:creationId xmlns:a16="http://schemas.microsoft.com/office/drawing/2014/main" id="{778CC832-2F03-71FC-EE11-F643FF24C33B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6603215" y="1885801"/>
                    <a:ext cx="100806" cy="94750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799">
                      <a:latin typeface="Times" pitchFamily="2" charset="0"/>
                    </a:endParaRPr>
                  </a:p>
                </p:txBody>
              </p:sp>
              <p:sp>
                <p:nvSpPr>
                  <p:cNvPr id="110" name="Oval 109">
                    <a:extLst>
                      <a:ext uri="{FF2B5EF4-FFF2-40B4-BE49-F238E27FC236}">
                        <a16:creationId xmlns:a16="http://schemas.microsoft.com/office/drawing/2014/main" id="{D1FA7B52-25F1-42A4-77EB-5E784552D182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6475199" y="2022961"/>
                    <a:ext cx="100806" cy="94750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799">
                      <a:latin typeface="Times" pitchFamily="2" charset="0"/>
                    </a:endParaRPr>
                  </a:p>
                </p:txBody>
              </p:sp>
              <p:sp>
                <p:nvSpPr>
                  <p:cNvPr id="111" name="Oval 110">
                    <a:extLst>
                      <a:ext uri="{FF2B5EF4-FFF2-40B4-BE49-F238E27FC236}">
                        <a16:creationId xmlns:a16="http://schemas.microsoft.com/office/drawing/2014/main" id="{787C8493-D876-1240-9287-1E2742C730F7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6627599" y="2129641"/>
                    <a:ext cx="100806" cy="94750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799">
                      <a:latin typeface="Times" pitchFamily="2" charset="0"/>
                    </a:endParaRPr>
                  </a:p>
                </p:txBody>
              </p:sp>
              <p:sp>
                <p:nvSpPr>
                  <p:cNvPr id="112" name="Oval 111">
                    <a:extLst>
                      <a:ext uri="{FF2B5EF4-FFF2-40B4-BE49-F238E27FC236}">
                        <a16:creationId xmlns:a16="http://schemas.microsoft.com/office/drawing/2014/main" id="{A366B2D1-8D92-F8B4-F9EB-234A9C4DF85A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6764759" y="2001625"/>
                    <a:ext cx="100806" cy="94750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799">
                      <a:latin typeface="Times" pitchFamily="2" charset="0"/>
                    </a:endParaRPr>
                  </a:p>
                </p:txBody>
              </p:sp>
              <p:sp>
                <p:nvSpPr>
                  <p:cNvPr id="113" name="Oval 112">
                    <a:extLst>
                      <a:ext uri="{FF2B5EF4-FFF2-40B4-BE49-F238E27FC236}">
                        <a16:creationId xmlns:a16="http://schemas.microsoft.com/office/drawing/2014/main" id="{E2C8DA1B-DB57-D3BB-620A-8E75DD691634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6911063" y="1837033"/>
                    <a:ext cx="100806" cy="94750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799">
                      <a:latin typeface="Times" pitchFamily="2" charset="0"/>
                    </a:endParaRPr>
                  </a:p>
                </p:txBody>
              </p:sp>
              <p:sp>
                <p:nvSpPr>
                  <p:cNvPr id="114" name="Oval 113">
                    <a:extLst>
                      <a:ext uri="{FF2B5EF4-FFF2-40B4-BE49-F238E27FC236}">
                        <a16:creationId xmlns:a16="http://schemas.microsoft.com/office/drawing/2014/main" id="{C410FF17-D0BF-4011-5D87-05695D3C31AB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7112231" y="1873609"/>
                    <a:ext cx="100806" cy="94750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799">
                      <a:latin typeface="Times" pitchFamily="2" charset="0"/>
                    </a:endParaRPr>
                  </a:p>
                </p:txBody>
              </p:sp>
              <p:sp>
                <p:nvSpPr>
                  <p:cNvPr id="115" name="Oval 114">
                    <a:extLst>
                      <a:ext uri="{FF2B5EF4-FFF2-40B4-BE49-F238E27FC236}">
                        <a16:creationId xmlns:a16="http://schemas.microsoft.com/office/drawing/2014/main" id="{BC60E12B-A344-616A-5492-87EAFB160079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7221959" y="2047345"/>
                    <a:ext cx="100806" cy="94750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799">
                      <a:latin typeface="Times" pitchFamily="2" charset="0"/>
                    </a:endParaRPr>
                  </a:p>
                </p:txBody>
              </p:sp>
              <p:sp>
                <p:nvSpPr>
                  <p:cNvPr id="116" name="Oval 115">
                    <a:extLst>
                      <a:ext uri="{FF2B5EF4-FFF2-40B4-BE49-F238E27FC236}">
                        <a16:creationId xmlns:a16="http://schemas.microsoft.com/office/drawing/2014/main" id="{6C89FBE7-70A7-2AC7-E29E-441EB8E39CD4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7377883" y="2203789"/>
                    <a:ext cx="100805" cy="94750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799">
                      <a:latin typeface="Times" pitchFamily="2" charset="0"/>
                    </a:endParaRPr>
                  </a:p>
                </p:txBody>
              </p:sp>
              <p:sp>
                <p:nvSpPr>
                  <p:cNvPr id="117" name="Oval 116">
                    <a:extLst>
                      <a:ext uri="{FF2B5EF4-FFF2-40B4-BE49-F238E27FC236}">
                        <a16:creationId xmlns:a16="http://schemas.microsoft.com/office/drawing/2014/main" id="{B6AC7D3C-F8E5-4DE5-1E88-A41B553F139D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7532855" y="2038201"/>
                    <a:ext cx="100806" cy="94750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799">
                      <a:latin typeface="Times" pitchFamily="2" charset="0"/>
                    </a:endParaRPr>
                  </a:p>
                </p:txBody>
              </p:sp>
              <p:sp>
                <p:nvSpPr>
                  <p:cNvPr id="118" name="Oval 117">
                    <a:extLst>
                      <a:ext uri="{FF2B5EF4-FFF2-40B4-BE49-F238E27FC236}">
                        <a16:creationId xmlns:a16="http://schemas.microsoft.com/office/drawing/2014/main" id="{F9545AFE-C3BA-4607-8729-BA881F0E8B6E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6755615" y="1782169"/>
                    <a:ext cx="100806" cy="94750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799">
                      <a:latin typeface="Times" pitchFamily="2" charset="0"/>
                    </a:endParaRPr>
                  </a:p>
                </p:txBody>
              </p:sp>
              <p:sp>
                <p:nvSpPr>
                  <p:cNvPr id="119" name="Oval 118">
                    <a:extLst>
                      <a:ext uri="{FF2B5EF4-FFF2-40B4-BE49-F238E27FC236}">
                        <a16:creationId xmlns:a16="http://schemas.microsoft.com/office/drawing/2014/main" id="{412FBCAC-CD75-0492-BFAD-0F514D1FF34B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6965927" y="1699873"/>
                    <a:ext cx="100806" cy="94750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799">
                      <a:latin typeface="Times" pitchFamily="2" charset="0"/>
                    </a:endParaRPr>
                  </a:p>
                </p:txBody>
              </p:sp>
              <p:sp>
                <p:nvSpPr>
                  <p:cNvPr id="120" name="Oval 119">
                    <a:extLst>
                      <a:ext uri="{FF2B5EF4-FFF2-40B4-BE49-F238E27FC236}">
                        <a16:creationId xmlns:a16="http://schemas.microsoft.com/office/drawing/2014/main" id="{DED22F97-2873-4BCA-074E-52A0771C865C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7167095" y="1709017"/>
                    <a:ext cx="100806" cy="94750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799">
                      <a:latin typeface="Times" pitchFamily="2" charset="0"/>
                    </a:endParaRPr>
                  </a:p>
                </p:txBody>
              </p:sp>
              <p:sp>
                <p:nvSpPr>
                  <p:cNvPr id="121" name="Oval 120">
                    <a:extLst>
                      <a:ext uri="{FF2B5EF4-FFF2-40B4-BE49-F238E27FC236}">
                        <a16:creationId xmlns:a16="http://schemas.microsoft.com/office/drawing/2014/main" id="{0C0BCAD3-14FC-9868-B501-A45BE009040E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7349975" y="1873609"/>
                    <a:ext cx="100806" cy="94750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799">
                      <a:latin typeface="Times" pitchFamily="2" charset="0"/>
                    </a:endParaRPr>
                  </a:p>
                </p:txBody>
              </p:sp>
            </p:grpSp>
            <p:sp>
              <p:nvSpPr>
                <p:cNvPr id="81" name="Freeform 80">
                  <a:extLst>
                    <a:ext uri="{FF2B5EF4-FFF2-40B4-BE49-F238E27FC236}">
                      <a16:creationId xmlns:a16="http://schemas.microsoft.com/office/drawing/2014/main" id="{960E8F20-C2F4-F1A7-696A-D3C92430D68D}"/>
                    </a:ext>
                  </a:extLst>
                </p:cNvPr>
                <p:cNvSpPr/>
                <p:nvPr/>
              </p:nvSpPr>
              <p:spPr>
                <a:xfrm rot="3862030">
                  <a:off x="7865354" y="2223989"/>
                  <a:ext cx="396651" cy="194763"/>
                </a:xfrm>
                <a:custGeom>
                  <a:avLst/>
                  <a:gdLst>
                    <a:gd name="connsiteX0" fmla="*/ 0 w 837405"/>
                    <a:gd name="connsiteY0" fmla="*/ 802682 h 802682"/>
                    <a:gd name="connsiteX1" fmla="*/ 232610 w 837405"/>
                    <a:gd name="connsiteY1" fmla="*/ 762577 h 802682"/>
                    <a:gd name="connsiteX2" fmla="*/ 449179 w 837405"/>
                    <a:gd name="connsiteY2" fmla="*/ 642261 h 802682"/>
                    <a:gd name="connsiteX3" fmla="*/ 617621 w 837405"/>
                    <a:gd name="connsiteY3" fmla="*/ 449755 h 802682"/>
                    <a:gd name="connsiteX4" fmla="*/ 745958 w 837405"/>
                    <a:gd name="connsiteY4" fmla="*/ 225166 h 802682"/>
                    <a:gd name="connsiteX5" fmla="*/ 834189 w 837405"/>
                    <a:gd name="connsiteY5" fmla="*/ 8598 h 802682"/>
                    <a:gd name="connsiteX6" fmla="*/ 818147 w 837405"/>
                    <a:gd name="connsiteY6" fmla="*/ 40682 h 802682"/>
                    <a:gd name="connsiteX7" fmla="*/ 818147 w 837405"/>
                    <a:gd name="connsiteY7" fmla="*/ 16619 h 802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37405" h="802682">
                      <a:moveTo>
                        <a:pt x="0" y="802682"/>
                      </a:moveTo>
                      <a:cubicBezTo>
                        <a:pt x="78873" y="795998"/>
                        <a:pt x="157747" y="789314"/>
                        <a:pt x="232610" y="762577"/>
                      </a:cubicBezTo>
                      <a:cubicBezTo>
                        <a:pt x="307473" y="735840"/>
                        <a:pt x="385011" y="694398"/>
                        <a:pt x="449179" y="642261"/>
                      </a:cubicBezTo>
                      <a:cubicBezTo>
                        <a:pt x="513347" y="590124"/>
                        <a:pt x="568158" y="519271"/>
                        <a:pt x="617621" y="449755"/>
                      </a:cubicBezTo>
                      <a:cubicBezTo>
                        <a:pt x="667084" y="380239"/>
                        <a:pt x="709863" y="298692"/>
                        <a:pt x="745958" y="225166"/>
                      </a:cubicBezTo>
                      <a:cubicBezTo>
                        <a:pt x="782053" y="151640"/>
                        <a:pt x="822158" y="39345"/>
                        <a:pt x="834189" y="8598"/>
                      </a:cubicBezTo>
                      <a:cubicBezTo>
                        <a:pt x="846220" y="-22149"/>
                        <a:pt x="820821" y="39345"/>
                        <a:pt x="818147" y="40682"/>
                      </a:cubicBezTo>
                      <a:cubicBezTo>
                        <a:pt x="815473" y="42019"/>
                        <a:pt x="818147" y="16619"/>
                        <a:pt x="818147" y="16619"/>
                      </a:cubicBezTo>
                    </a:path>
                  </a:pathLst>
                </a:custGeom>
                <a:noFill/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  <a:tailEnd type="triangl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799">
                    <a:latin typeface="Times" pitchFamily="2" charset="0"/>
                  </a:endParaRPr>
                </a:p>
              </p:txBody>
            </p:sp>
            <p:grpSp>
              <p:nvGrpSpPr>
                <p:cNvPr id="82" name="Group 81">
                  <a:extLst>
                    <a:ext uri="{FF2B5EF4-FFF2-40B4-BE49-F238E27FC236}">
                      <a16:creationId xmlns:a16="http://schemas.microsoft.com/office/drawing/2014/main" id="{8F1CF0D6-993D-579F-922D-FFE2FE295D4A}"/>
                    </a:ext>
                  </a:extLst>
                </p:cNvPr>
                <p:cNvGrpSpPr/>
                <p:nvPr/>
              </p:nvGrpSpPr>
              <p:grpSpPr>
                <a:xfrm>
                  <a:off x="6626104" y="2008990"/>
                  <a:ext cx="487999" cy="547910"/>
                  <a:chOff x="2883347" y="2521891"/>
                  <a:chExt cx="380049" cy="396461"/>
                </a:xfrm>
              </p:grpSpPr>
              <p:sp>
                <p:nvSpPr>
                  <p:cNvPr id="96" name="Freeform 95">
                    <a:extLst>
                      <a:ext uri="{FF2B5EF4-FFF2-40B4-BE49-F238E27FC236}">
                        <a16:creationId xmlns:a16="http://schemas.microsoft.com/office/drawing/2014/main" id="{352676B8-BB5D-B29A-88D7-055A7D465A66}"/>
                      </a:ext>
                    </a:extLst>
                  </p:cNvPr>
                  <p:cNvSpPr/>
                  <p:nvPr/>
                </p:nvSpPr>
                <p:spPr>
                  <a:xfrm rot="3640982">
                    <a:off x="2911890" y="2552400"/>
                    <a:ext cx="319897" cy="341308"/>
                  </a:xfrm>
                  <a:custGeom>
                    <a:avLst/>
                    <a:gdLst>
                      <a:gd name="connsiteX0" fmla="*/ 197777 w 895972"/>
                      <a:gd name="connsiteY0" fmla="*/ 561471 h 1056223"/>
                      <a:gd name="connsiteX1" fmla="*/ 135993 w 895972"/>
                      <a:gd name="connsiteY1" fmla="*/ 882746 h 1056223"/>
                      <a:gd name="connsiteX2" fmla="*/ 432555 w 895972"/>
                      <a:gd name="connsiteY2" fmla="*/ 1055741 h 1056223"/>
                      <a:gd name="connsiteX3" fmla="*/ 840328 w 895972"/>
                      <a:gd name="connsiteY3" fmla="*/ 833319 h 1056223"/>
                      <a:gd name="connsiteX4" fmla="*/ 827972 w 895972"/>
                      <a:gd name="connsiteY4" fmla="*/ 190768 h 1056223"/>
                      <a:gd name="connsiteX5" fmla="*/ 247204 w 895972"/>
                      <a:gd name="connsiteY5" fmla="*/ 5417 h 1056223"/>
                      <a:gd name="connsiteX6" fmla="*/ 69 w 895972"/>
                      <a:gd name="connsiteY6" fmla="*/ 351406 h 1056223"/>
                      <a:gd name="connsiteX7" fmla="*/ 197777 w 895972"/>
                      <a:gd name="connsiteY7" fmla="*/ 561471 h 1056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895972" h="1056223">
                        <a:moveTo>
                          <a:pt x="197777" y="561471"/>
                        </a:moveTo>
                        <a:cubicBezTo>
                          <a:pt x="220431" y="650028"/>
                          <a:pt x="96863" y="800368"/>
                          <a:pt x="135993" y="882746"/>
                        </a:cubicBezTo>
                        <a:cubicBezTo>
                          <a:pt x="175123" y="965124"/>
                          <a:pt x="315166" y="1063979"/>
                          <a:pt x="432555" y="1055741"/>
                        </a:cubicBezTo>
                        <a:cubicBezTo>
                          <a:pt x="549944" y="1047503"/>
                          <a:pt x="774425" y="977481"/>
                          <a:pt x="840328" y="833319"/>
                        </a:cubicBezTo>
                        <a:cubicBezTo>
                          <a:pt x="906231" y="689157"/>
                          <a:pt x="926826" y="328752"/>
                          <a:pt x="827972" y="190768"/>
                        </a:cubicBezTo>
                        <a:cubicBezTo>
                          <a:pt x="729118" y="52784"/>
                          <a:pt x="385188" y="-21356"/>
                          <a:pt x="247204" y="5417"/>
                        </a:cubicBezTo>
                        <a:cubicBezTo>
                          <a:pt x="109220" y="32190"/>
                          <a:pt x="4188" y="260790"/>
                          <a:pt x="69" y="351406"/>
                        </a:cubicBezTo>
                        <a:cubicBezTo>
                          <a:pt x="-4050" y="442022"/>
                          <a:pt x="175123" y="472914"/>
                          <a:pt x="197777" y="561471"/>
                        </a:cubicBezTo>
                        <a:close/>
                      </a:path>
                    </a:pathLst>
                  </a:custGeom>
                  <a:noFill/>
                  <a:ln w="15875"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  <p:sp>
                <p:nvSpPr>
                  <p:cNvPr id="97" name="Oval 96">
                    <a:extLst>
                      <a:ext uri="{FF2B5EF4-FFF2-40B4-BE49-F238E27FC236}">
                        <a16:creationId xmlns:a16="http://schemas.microsoft.com/office/drawing/2014/main" id="{BB1F7E89-F5D8-40DA-F88E-656022D31485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3037783" y="2866254"/>
                    <a:ext cx="56073" cy="52098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  <p:sp>
                <p:nvSpPr>
                  <p:cNvPr id="98" name="Oval 97">
                    <a:extLst>
                      <a:ext uri="{FF2B5EF4-FFF2-40B4-BE49-F238E27FC236}">
                        <a16:creationId xmlns:a16="http://schemas.microsoft.com/office/drawing/2014/main" id="{C42EC35B-5E91-D802-9F49-9E353CAABE4D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3129298" y="2841217"/>
                    <a:ext cx="56073" cy="52098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  <p:sp>
                <p:nvSpPr>
                  <p:cNvPr id="99" name="Oval 98">
                    <a:extLst>
                      <a:ext uri="{FF2B5EF4-FFF2-40B4-BE49-F238E27FC236}">
                        <a16:creationId xmlns:a16="http://schemas.microsoft.com/office/drawing/2014/main" id="{9B6241AD-CD5C-1ACF-8ED3-C8D4108C2172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3204438" y="2771369"/>
                    <a:ext cx="56073" cy="52098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  <p:sp>
                <p:nvSpPr>
                  <p:cNvPr id="100" name="Oval 99">
                    <a:extLst>
                      <a:ext uri="{FF2B5EF4-FFF2-40B4-BE49-F238E27FC236}">
                        <a16:creationId xmlns:a16="http://schemas.microsoft.com/office/drawing/2014/main" id="{9D486950-2E1C-FE21-A2F0-3F42A25B88CF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3207323" y="2667379"/>
                    <a:ext cx="56073" cy="52098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  <p:sp>
                <p:nvSpPr>
                  <p:cNvPr id="101" name="Oval 100">
                    <a:extLst>
                      <a:ext uri="{FF2B5EF4-FFF2-40B4-BE49-F238E27FC236}">
                        <a16:creationId xmlns:a16="http://schemas.microsoft.com/office/drawing/2014/main" id="{B4119A44-4F23-8454-7D3F-1982EF1626C1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3176509" y="2573208"/>
                    <a:ext cx="56073" cy="52098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  <p:sp>
                <p:nvSpPr>
                  <p:cNvPr id="102" name="Oval 101">
                    <a:extLst>
                      <a:ext uri="{FF2B5EF4-FFF2-40B4-BE49-F238E27FC236}">
                        <a16:creationId xmlns:a16="http://schemas.microsoft.com/office/drawing/2014/main" id="{F81370C1-E332-D9A4-F511-E7ABD1ED65DD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3097498" y="2521891"/>
                    <a:ext cx="56073" cy="52098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  <p:sp>
                <p:nvSpPr>
                  <p:cNvPr id="103" name="Oval 102">
                    <a:extLst>
                      <a:ext uri="{FF2B5EF4-FFF2-40B4-BE49-F238E27FC236}">
                        <a16:creationId xmlns:a16="http://schemas.microsoft.com/office/drawing/2014/main" id="{1BBD23E6-3033-7F2F-9376-0C6F9199BD37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2955126" y="2838549"/>
                    <a:ext cx="56073" cy="52098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  <p:sp>
                <p:nvSpPr>
                  <p:cNvPr id="104" name="Oval 103">
                    <a:extLst>
                      <a:ext uri="{FF2B5EF4-FFF2-40B4-BE49-F238E27FC236}">
                        <a16:creationId xmlns:a16="http://schemas.microsoft.com/office/drawing/2014/main" id="{F193C52E-57CD-2F1F-8AC3-DE23C069E54D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2890336" y="2772962"/>
                    <a:ext cx="56073" cy="52098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  <p:sp>
                <p:nvSpPr>
                  <p:cNvPr id="105" name="Oval 104">
                    <a:extLst>
                      <a:ext uri="{FF2B5EF4-FFF2-40B4-BE49-F238E27FC236}">
                        <a16:creationId xmlns:a16="http://schemas.microsoft.com/office/drawing/2014/main" id="{AA1D54A3-8877-6F8B-5018-5BB392B6B3DA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2883347" y="2669344"/>
                    <a:ext cx="56073" cy="52098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  <p:sp>
                <p:nvSpPr>
                  <p:cNvPr id="106" name="Oval 105">
                    <a:extLst>
                      <a:ext uri="{FF2B5EF4-FFF2-40B4-BE49-F238E27FC236}">
                        <a16:creationId xmlns:a16="http://schemas.microsoft.com/office/drawing/2014/main" id="{87ACDF84-36FC-27AB-31D3-441279E1AF1F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2966381" y="2636958"/>
                    <a:ext cx="56073" cy="52098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  <p:sp>
                <p:nvSpPr>
                  <p:cNvPr id="107" name="Oval 106">
                    <a:extLst>
                      <a:ext uri="{FF2B5EF4-FFF2-40B4-BE49-F238E27FC236}">
                        <a16:creationId xmlns:a16="http://schemas.microsoft.com/office/drawing/2014/main" id="{85F12925-2F80-7C75-E259-E7E17A68CC10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3002220" y="2551070"/>
                    <a:ext cx="56073" cy="52098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</p:grpSp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25077351-58A5-3B6F-0A1C-CD3BE77BD596}"/>
                    </a:ext>
                  </a:extLst>
                </p:cNvPr>
                <p:cNvGrpSpPr/>
                <p:nvPr/>
              </p:nvGrpSpPr>
              <p:grpSpPr>
                <a:xfrm>
                  <a:off x="8193303" y="2010186"/>
                  <a:ext cx="487999" cy="547910"/>
                  <a:chOff x="2883347" y="2521891"/>
                  <a:chExt cx="380049" cy="396461"/>
                </a:xfrm>
              </p:grpSpPr>
              <p:sp>
                <p:nvSpPr>
                  <p:cNvPr id="84" name="Freeform 83">
                    <a:extLst>
                      <a:ext uri="{FF2B5EF4-FFF2-40B4-BE49-F238E27FC236}">
                        <a16:creationId xmlns:a16="http://schemas.microsoft.com/office/drawing/2014/main" id="{E42C6CE2-805F-C11B-2ED1-EBCAFA408BFA}"/>
                      </a:ext>
                    </a:extLst>
                  </p:cNvPr>
                  <p:cNvSpPr/>
                  <p:nvPr/>
                </p:nvSpPr>
                <p:spPr>
                  <a:xfrm rot="3640982">
                    <a:off x="2911890" y="2552400"/>
                    <a:ext cx="319897" cy="341308"/>
                  </a:xfrm>
                  <a:custGeom>
                    <a:avLst/>
                    <a:gdLst>
                      <a:gd name="connsiteX0" fmla="*/ 197777 w 895972"/>
                      <a:gd name="connsiteY0" fmla="*/ 561471 h 1056223"/>
                      <a:gd name="connsiteX1" fmla="*/ 135993 w 895972"/>
                      <a:gd name="connsiteY1" fmla="*/ 882746 h 1056223"/>
                      <a:gd name="connsiteX2" fmla="*/ 432555 w 895972"/>
                      <a:gd name="connsiteY2" fmla="*/ 1055741 h 1056223"/>
                      <a:gd name="connsiteX3" fmla="*/ 840328 w 895972"/>
                      <a:gd name="connsiteY3" fmla="*/ 833319 h 1056223"/>
                      <a:gd name="connsiteX4" fmla="*/ 827972 w 895972"/>
                      <a:gd name="connsiteY4" fmla="*/ 190768 h 1056223"/>
                      <a:gd name="connsiteX5" fmla="*/ 247204 w 895972"/>
                      <a:gd name="connsiteY5" fmla="*/ 5417 h 1056223"/>
                      <a:gd name="connsiteX6" fmla="*/ 69 w 895972"/>
                      <a:gd name="connsiteY6" fmla="*/ 351406 h 1056223"/>
                      <a:gd name="connsiteX7" fmla="*/ 197777 w 895972"/>
                      <a:gd name="connsiteY7" fmla="*/ 561471 h 1056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895972" h="1056223">
                        <a:moveTo>
                          <a:pt x="197777" y="561471"/>
                        </a:moveTo>
                        <a:cubicBezTo>
                          <a:pt x="220431" y="650028"/>
                          <a:pt x="96863" y="800368"/>
                          <a:pt x="135993" y="882746"/>
                        </a:cubicBezTo>
                        <a:cubicBezTo>
                          <a:pt x="175123" y="965124"/>
                          <a:pt x="315166" y="1063979"/>
                          <a:pt x="432555" y="1055741"/>
                        </a:cubicBezTo>
                        <a:cubicBezTo>
                          <a:pt x="549944" y="1047503"/>
                          <a:pt x="774425" y="977481"/>
                          <a:pt x="840328" y="833319"/>
                        </a:cubicBezTo>
                        <a:cubicBezTo>
                          <a:pt x="906231" y="689157"/>
                          <a:pt x="926826" y="328752"/>
                          <a:pt x="827972" y="190768"/>
                        </a:cubicBezTo>
                        <a:cubicBezTo>
                          <a:pt x="729118" y="52784"/>
                          <a:pt x="385188" y="-21356"/>
                          <a:pt x="247204" y="5417"/>
                        </a:cubicBezTo>
                        <a:cubicBezTo>
                          <a:pt x="109220" y="32190"/>
                          <a:pt x="4188" y="260790"/>
                          <a:pt x="69" y="351406"/>
                        </a:cubicBezTo>
                        <a:cubicBezTo>
                          <a:pt x="-4050" y="442022"/>
                          <a:pt x="175123" y="472914"/>
                          <a:pt x="197777" y="561471"/>
                        </a:cubicBezTo>
                        <a:close/>
                      </a:path>
                    </a:pathLst>
                  </a:custGeom>
                  <a:noFill/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  <p:sp>
                <p:nvSpPr>
                  <p:cNvPr id="85" name="Oval 84">
                    <a:extLst>
                      <a:ext uri="{FF2B5EF4-FFF2-40B4-BE49-F238E27FC236}">
                        <a16:creationId xmlns:a16="http://schemas.microsoft.com/office/drawing/2014/main" id="{43CAACC1-C211-E348-50CB-AA06488A791B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3037783" y="2866254"/>
                    <a:ext cx="56073" cy="5209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  <p:sp>
                <p:nvSpPr>
                  <p:cNvPr id="86" name="Oval 85">
                    <a:extLst>
                      <a:ext uri="{FF2B5EF4-FFF2-40B4-BE49-F238E27FC236}">
                        <a16:creationId xmlns:a16="http://schemas.microsoft.com/office/drawing/2014/main" id="{23701B01-6B5F-1DBD-D121-5A9BC0600816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3129298" y="2841217"/>
                    <a:ext cx="56073" cy="5209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  <p:sp>
                <p:nvSpPr>
                  <p:cNvPr id="87" name="Oval 86">
                    <a:extLst>
                      <a:ext uri="{FF2B5EF4-FFF2-40B4-BE49-F238E27FC236}">
                        <a16:creationId xmlns:a16="http://schemas.microsoft.com/office/drawing/2014/main" id="{27FCC0DB-927C-41C1-75BD-2AAE1AAC884F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3204438" y="2771369"/>
                    <a:ext cx="56073" cy="5209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  <p:sp>
                <p:nvSpPr>
                  <p:cNvPr id="88" name="Oval 87">
                    <a:extLst>
                      <a:ext uri="{FF2B5EF4-FFF2-40B4-BE49-F238E27FC236}">
                        <a16:creationId xmlns:a16="http://schemas.microsoft.com/office/drawing/2014/main" id="{A6BFC109-1285-D47C-7E6E-A8ED5B7E4567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3207323" y="2667379"/>
                    <a:ext cx="56073" cy="5209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  <p:sp>
                <p:nvSpPr>
                  <p:cNvPr id="89" name="Oval 88">
                    <a:extLst>
                      <a:ext uri="{FF2B5EF4-FFF2-40B4-BE49-F238E27FC236}">
                        <a16:creationId xmlns:a16="http://schemas.microsoft.com/office/drawing/2014/main" id="{4D82F4DA-DD68-A4D3-AF9E-9758DD41801B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3176509" y="2573208"/>
                    <a:ext cx="56073" cy="5209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  <p:sp>
                <p:nvSpPr>
                  <p:cNvPr id="90" name="Oval 89">
                    <a:extLst>
                      <a:ext uri="{FF2B5EF4-FFF2-40B4-BE49-F238E27FC236}">
                        <a16:creationId xmlns:a16="http://schemas.microsoft.com/office/drawing/2014/main" id="{F62814F4-5CBC-7DED-8048-1CCE368AB245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3097498" y="2521891"/>
                    <a:ext cx="56073" cy="5209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  <p:sp>
                <p:nvSpPr>
                  <p:cNvPr id="91" name="Oval 90">
                    <a:extLst>
                      <a:ext uri="{FF2B5EF4-FFF2-40B4-BE49-F238E27FC236}">
                        <a16:creationId xmlns:a16="http://schemas.microsoft.com/office/drawing/2014/main" id="{569EFDFB-46E8-6C3E-C78D-EA385B26B2F4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2955126" y="2838549"/>
                    <a:ext cx="56073" cy="5209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  <p:sp>
                <p:nvSpPr>
                  <p:cNvPr id="92" name="Oval 91">
                    <a:extLst>
                      <a:ext uri="{FF2B5EF4-FFF2-40B4-BE49-F238E27FC236}">
                        <a16:creationId xmlns:a16="http://schemas.microsoft.com/office/drawing/2014/main" id="{85C0D98F-F829-C422-A645-C9370A19DCF2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2890336" y="2772962"/>
                    <a:ext cx="56073" cy="5209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  <p:sp>
                <p:nvSpPr>
                  <p:cNvPr id="93" name="Oval 92">
                    <a:extLst>
                      <a:ext uri="{FF2B5EF4-FFF2-40B4-BE49-F238E27FC236}">
                        <a16:creationId xmlns:a16="http://schemas.microsoft.com/office/drawing/2014/main" id="{A63FFF15-C319-61BE-5D9E-AFB158C6C66F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2883347" y="2669344"/>
                    <a:ext cx="56073" cy="5209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  <p:sp>
                <p:nvSpPr>
                  <p:cNvPr id="94" name="Oval 93">
                    <a:extLst>
                      <a:ext uri="{FF2B5EF4-FFF2-40B4-BE49-F238E27FC236}">
                        <a16:creationId xmlns:a16="http://schemas.microsoft.com/office/drawing/2014/main" id="{F9FA68FE-58B1-F909-3B5C-DE433FD2DD3D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2966381" y="2636958"/>
                    <a:ext cx="56073" cy="5209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A7611B6-6326-E274-FF6A-A7E8994ABBCF}"/>
                      </a:ext>
                    </a:extLst>
                  </p:cNvPr>
                  <p:cNvSpPr/>
                  <p:nvPr/>
                </p:nvSpPr>
                <p:spPr>
                  <a:xfrm rot="1796465">
                    <a:off x="3002220" y="2551070"/>
                    <a:ext cx="56073" cy="5209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564">
                      <a:latin typeface="Times" pitchFamily="2" charset="0"/>
                    </a:endParaRPr>
                  </a:p>
                </p:txBody>
              </p:sp>
            </p:grpSp>
          </p:grp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A052474-06FC-6432-AA31-6F8B27E7BCA4}"/>
                  </a:ext>
                </a:extLst>
              </p:cNvPr>
              <p:cNvSpPr txBox="1"/>
              <p:nvPr/>
            </p:nvSpPr>
            <p:spPr>
              <a:xfrm>
                <a:off x="5291581" y="1452205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1799" b="1" dirty="0">
                  <a:latin typeface="Times" pitchFamily="2" charset="0"/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297887B-91E5-FAC7-F797-A41C3296E259}"/>
                  </a:ext>
                </a:extLst>
              </p:cNvPr>
              <p:cNvSpPr txBox="1"/>
              <p:nvPr/>
            </p:nvSpPr>
            <p:spPr>
              <a:xfrm>
                <a:off x="7309511" y="1466934"/>
                <a:ext cx="877391" cy="369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799" b="1" dirty="0">
                    <a:latin typeface="Times" pitchFamily="2" charset="0"/>
                  </a:rPr>
                  <a:t>RPMD</a:t>
                </a:r>
              </a:p>
            </p:txBody>
          </p:sp>
        </p:grp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138F3C8-0314-EA46-16BB-025A283F59B8}"/>
                </a:ext>
              </a:extLst>
            </p:cNvPr>
            <p:cNvSpPr/>
            <p:nvPr/>
          </p:nvSpPr>
          <p:spPr>
            <a:xfrm>
              <a:off x="6597641" y="1102607"/>
              <a:ext cx="1056975" cy="369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799" b="1" dirty="0">
                  <a:latin typeface="Times" pitchFamily="2" charset="0"/>
                </a:rPr>
                <a:t>Classical</a:t>
              </a:r>
            </a:p>
          </p:txBody>
        </p:sp>
      </p:grpSp>
      <p:sp>
        <p:nvSpPr>
          <p:cNvPr id="128" name="Rectangle 127">
            <a:extLst>
              <a:ext uri="{FF2B5EF4-FFF2-40B4-BE49-F238E27FC236}">
                <a16:creationId xmlns:a16="http://schemas.microsoft.com/office/drawing/2014/main" id="{61068A78-50DE-4D11-46E4-C74670E320A1}"/>
              </a:ext>
            </a:extLst>
          </p:cNvPr>
          <p:cNvSpPr/>
          <p:nvPr/>
        </p:nvSpPr>
        <p:spPr>
          <a:xfrm>
            <a:off x="2298369" y="4122175"/>
            <a:ext cx="979757" cy="284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D38F152-59AE-BDC2-B1D5-00BFB3A7C4DE}"/>
              </a:ext>
            </a:extLst>
          </p:cNvPr>
          <p:cNvSpPr/>
          <p:nvPr/>
        </p:nvSpPr>
        <p:spPr>
          <a:xfrm>
            <a:off x="4474826" y="4164060"/>
            <a:ext cx="979757" cy="284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AE6ACA5-F9CF-F696-C741-6596BF9406FA}"/>
              </a:ext>
            </a:extLst>
          </p:cNvPr>
          <p:cNvSpPr/>
          <p:nvPr/>
        </p:nvSpPr>
        <p:spPr>
          <a:xfrm>
            <a:off x="6809513" y="4159007"/>
            <a:ext cx="979757" cy="284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D7FC3C22-3566-5817-60F3-55A63970C908}"/>
              </a:ext>
            </a:extLst>
          </p:cNvPr>
          <p:cNvSpPr/>
          <p:nvPr/>
        </p:nvSpPr>
        <p:spPr>
          <a:xfrm>
            <a:off x="8940150" y="4129635"/>
            <a:ext cx="979757" cy="284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DEEE684-285D-E357-4A7A-81FDCB36D6C4}"/>
              </a:ext>
            </a:extLst>
          </p:cNvPr>
          <p:cNvCxnSpPr/>
          <p:nvPr/>
        </p:nvCxnSpPr>
        <p:spPr>
          <a:xfrm>
            <a:off x="609600" y="581631"/>
            <a:ext cx="109728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C9F7638-9221-30D8-B218-296D923584B9}"/>
              </a:ext>
            </a:extLst>
          </p:cNvPr>
          <p:cNvSpPr/>
          <p:nvPr/>
        </p:nvSpPr>
        <p:spPr>
          <a:xfrm>
            <a:off x="176990" y="3312302"/>
            <a:ext cx="112804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" pitchFamily="2" charset="0"/>
                <a:cs typeface="Calibri" panose="020F0502020204030204" pitchFamily="34" charset="0"/>
              </a:rPr>
              <a:t>The extended classical phase space of a ring polymer represents quantum equilibrium statistics.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A39D5F1E-8726-39AA-665B-A6D041556EDB}"/>
              </a:ext>
            </a:extLst>
          </p:cNvPr>
          <p:cNvGrpSpPr/>
          <p:nvPr/>
        </p:nvGrpSpPr>
        <p:grpSpPr>
          <a:xfrm>
            <a:off x="6381750" y="808614"/>
            <a:ext cx="5789778" cy="2202189"/>
            <a:chOff x="3279300" y="2880149"/>
            <a:chExt cx="7845324" cy="2462495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7FFF605-2BD7-9DE9-7533-EB52D57C2ADD}"/>
                </a:ext>
              </a:extLst>
            </p:cNvPr>
            <p:cNvSpPr txBox="1"/>
            <p:nvPr/>
          </p:nvSpPr>
          <p:spPr bwMode="auto">
            <a:xfrm>
              <a:off x="3615330" y="4973336"/>
              <a:ext cx="2135473" cy="369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16" tIns="45708" rIns="91416" bIns="45708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362016" indent="-362016" defTabSz="965376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kern="0" dirty="0">
                  <a:latin typeface="Times" pitchFamily="2" charset="0"/>
                  <a:cs typeface="Arial"/>
                </a:rPr>
                <a:t>Quantum Mechanics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6D6A8293-E69E-73FA-23AC-658FA4828A24}"/>
                </a:ext>
              </a:extLst>
            </p:cNvPr>
            <p:cNvSpPr txBox="1"/>
            <p:nvPr/>
          </p:nvSpPr>
          <p:spPr bwMode="auto">
            <a:xfrm>
              <a:off x="6615609" y="4972772"/>
              <a:ext cx="2076161" cy="369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16" tIns="45708" rIns="91416" bIns="45708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362016" indent="-362016" defTabSz="965376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kern="0" dirty="0">
                  <a:latin typeface="Times" pitchFamily="2" charset="0"/>
                  <a:cs typeface="Arial"/>
                </a:rPr>
                <a:t>Classical Mechanics</a:t>
              </a:r>
            </a:p>
          </p:txBody>
        </p:sp>
        <p:pic>
          <p:nvPicPr>
            <p:cNvPr id="140" name="Picture 139" descr="A blue arrow pointing to a square&#10;&#10;Description automatically generated">
              <a:extLst>
                <a:ext uri="{FF2B5EF4-FFF2-40B4-BE49-F238E27FC236}">
                  <a16:creationId xmlns:a16="http://schemas.microsoft.com/office/drawing/2014/main" id="{EA93EEAA-C1A2-3EA0-BE66-F5C166011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79300" y="3332942"/>
              <a:ext cx="5501955" cy="1550154"/>
            </a:xfrm>
            <a:prstGeom prst="rect">
              <a:avLst/>
            </a:prstGeom>
          </p:spPr>
        </p:pic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54D48B97-0687-EFD7-867E-A18E9E72B21B}"/>
                </a:ext>
              </a:extLst>
            </p:cNvPr>
            <p:cNvSpPr txBox="1"/>
            <p:nvPr/>
          </p:nvSpPr>
          <p:spPr>
            <a:xfrm>
              <a:off x="3938434" y="2880149"/>
              <a:ext cx="5057124" cy="4474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  <a:latin typeface="Times" pitchFamily="2" charset="0"/>
                </a:rPr>
                <a:t>Quantum</a:t>
              </a:r>
              <a:r>
                <a:rPr lang="en-US" sz="2000" dirty="0">
                  <a:solidFill>
                    <a:schemeClr val="accent1">
                      <a:lumMod val="75000"/>
                    </a:schemeClr>
                  </a:solidFill>
                  <a:latin typeface="Times" pitchFamily="2" charset="0"/>
                </a:rPr>
                <a:t> </a:t>
              </a:r>
              <a:r>
                <a:rPr lang="en-US" sz="2000" dirty="0">
                  <a:latin typeface="Times" pitchFamily="2" charset="0"/>
                </a:rPr>
                <a:t>–</a:t>
              </a:r>
              <a:r>
                <a:rPr lang="en-US" sz="2000" dirty="0">
                  <a:solidFill>
                    <a:schemeClr val="accent1">
                      <a:lumMod val="75000"/>
                    </a:schemeClr>
                  </a:solidFill>
                  <a:latin typeface="Times" pitchFamily="2" charset="0"/>
                </a:rPr>
                <a:t> Classical </a:t>
              </a:r>
              <a:r>
                <a:rPr lang="en-US" sz="2000" dirty="0">
                  <a:latin typeface="Times" pitchFamily="2" charset="0"/>
                </a:rPr>
                <a:t>Isomorphism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4373BC97-50AE-25CF-A75C-66BAF8B61B5C}"/>
                </a:ext>
              </a:extLst>
            </p:cNvPr>
            <p:cNvSpPr/>
            <p:nvPr/>
          </p:nvSpPr>
          <p:spPr>
            <a:xfrm>
              <a:off x="8163057" y="3468638"/>
              <a:ext cx="2961567" cy="12045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sz="1600" dirty="0">
                <a:latin typeface="Times" pitchFamily="2" charset="0"/>
              </a:endParaRPr>
            </a:p>
            <a:p>
              <a:pPr algn="ctr"/>
              <a:r>
                <a:rPr lang="en-US" sz="1600" dirty="0">
                  <a:latin typeface="Times" pitchFamily="2" charset="0"/>
                </a:rPr>
                <a:t>Classical ring Polymer,</a:t>
              </a:r>
            </a:p>
            <a:p>
              <a:pPr algn="ctr"/>
              <a:r>
                <a:rPr lang="en-US" sz="1600" dirty="0">
                  <a:latin typeface="Times" pitchFamily="2" charset="0"/>
                </a:rPr>
                <a:t>comprised of</a:t>
              </a:r>
            </a:p>
            <a:p>
              <a:pPr algn="ctr"/>
              <a:r>
                <a:rPr lang="en-US" sz="1600" i="1" dirty="0">
                  <a:latin typeface="Times" pitchFamily="2" charset="0"/>
                </a:rPr>
                <a:t>n</a:t>
              </a:r>
              <a:r>
                <a:rPr lang="en-US" sz="1600" dirty="0">
                  <a:latin typeface="Times" pitchFamily="2" charset="0"/>
                </a:rPr>
                <a:t> beads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A3E8BB92-78B7-133D-0FA5-F73674523A8C}"/>
              </a:ext>
            </a:extLst>
          </p:cNvPr>
          <p:cNvGrpSpPr/>
          <p:nvPr/>
        </p:nvGrpSpPr>
        <p:grpSpPr>
          <a:xfrm>
            <a:off x="2372463" y="1168895"/>
            <a:ext cx="3213455" cy="830473"/>
            <a:chOff x="7831927" y="2128584"/>
            <a:chExt cx="3213454" cy="83047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92B0494-F7ED-7510-9F7A-DFB464BDC907}"/>
                </a:ext>
              </a:extLst>
            </p:cNvPr>
            <p:cNvSpPr txBox="1"/>
            <p:nvPr/>
          </p:nvSpPr>
          <p:spPr>
            <a:xfrm>
              <a:off x="8344804" y="2128584"/>
              <a:ext cx="27005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" pitchFamily="2" charset="0"/>
                </a:rPr>
                <a:t>Harmonic springs encode </a:t>
              </a:r>
            </a:p>
            <a:p>
              <a:pPr algn="ctr"/>
              <a:r>
                <a:rPr lang="en-US" dirty="0">
                  <a:latin typeface="Times" pitchFamily="2" charset="0"/>
                </a:rPr>
                <a:t>quantum fluctuations</a:t>
              </a:r>
            </a:p>
          </p:txBody>
        </p: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CCD0726A-64E7-E70B-A2B1-E8C71FA469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1927" y="2445128"/>
              <a:ext cx="573445" cy="5139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0752280-0C34-3AEB-33D1-937D6581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EF38-5AD9-5146-AC5D-BAE799716642}" type="slidenum">
              <a:rPr lang="en-US" smtClean="0"/>
              <a:pPr/>
              <a:t>5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64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C5A82-3A2B-AF53-E39D-AE0D8C746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7EE9C-FE20-A9A0-937B-CB7C49A37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56573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816EA-1234-7D15-AE09-C3F50BB83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EF38-5AD9-5146-AC5D-BAE799716642}" type="slidenum">
              <a:rPr lang="en-US" smtClean="0"/>
              <a:t>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ED0634-4B73-F3C4-50E9-B579E23BD6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64" r="260" b="6471"/>
          <a:stretch>
            <a:fillRect/>
          </a:stretch>
        </p:blipFill>
        <p:spPr>
          <a:xfrm>
            <a:off x="995467" y="685800"/>
            <a:ext cx="3355183" cy="3363941"/>
          </a:xfrm>
          <a:custGeom>
            <a:avLst/>
            <a:gdLst>
              <a:gd name="csX0" fmla="*/ 2210928 w 4433428"/>
              <a:gd name="csY0" fmla="*/ 0 h 4445000"/>
              <a:gd name="csX1" fmla="*/ 4433428 w 4433428"/>
              <a:gd name="csY1" fmla="*/ 2222500 h 4445000"/>
              <a:gd name="csX2" fmla="*/ 2210928 w 4433428"/>
              <a:gd name="csY2" fmla="*/ 4445000 h 4445000"/>
              <a:gd name="csX3" fmla="*/ 33581 w 4433428"/>
              <a:gd name="csY3" fmla="*/ 2670411 h 4445000"/>
              <a:gd name="csX4" fmla="*/ 0 w 4433428"/>
              <a:gd name="csY4" fmla="*/ 2450374 h 4445000"/>
              <a:gd name="csX5" fmla="*/ 0 w 4433428"/>
              <a:gd name="csY5" fmla="*/ 1994627 h 4445000"/>
              <a:gd name="csX6" fmla="*/ 33581 w 4433428"/>
              <a:gd name="csY6" fmla="*/ 1774589 h 4445000"/>
              <a:gd name="csX7" fmla="*/ 2210928 w 4433428"/>
              <a:gd name="csY7" fmla="*/ 0 h 4445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33428" h="4445000">
                <a:moveTo>
                  <a:pt x="2210928" y="0"/>
                </a:moveTo>
                <a:cubicBezTo>
                  <a:pt x="3438381" y="0"/>
                  <a:pt x="4433428" y="995047"/>
                  <a:pt x="4433428" y="2222500"/>
                </a:cubicBezTo>
                <a:cubicBezTo>
                  <a:pt x="4433428" y="3449953"/>
                  <a:pt x="3438381" y="4445000"/>
                  <a:pt x="2210928" y="4445000"/>
                </a:cubicBezTo>
                <a:cubicBezTo>
                  <a:pt x="1136907" y="4445000"/>
                  <a:pt x="240821" y="3683167"/>
                  <a:pt x="33581" y="2670411"/>
                </a:cubicBezTo>
                <a:lnTo>
                  <a:pt x="0" y="2450374"/>
                </a:lnTo>
                <a:lnTo>
                  <a:pt x="0" y="1994627"/>
                </a:lnTo>
                <a:lnTo>
                  <a:pt x="33581" y="1774589"/>
                </a:lnTo>
                <a:cubicBezTo>
                  <a:pt x="240821" y="761833"/>
                  <a:pt x="1136907" y="0"/>
                  <a:pt x="2210928" y="0"/>
                </a:cubicBezTo>
                <a:close/>
              </a:path>
            </a:pathLst>
          </a:cu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2954AE-A960-A024-7782-D93B7CAA148E}"/>
              </a:ext>
            </a:extLst>
          </p:cNvPr>
          <p:cNvSpPr txBox="1"/>
          <p:nvPr/>
        </p:nvSpPr>
        <p:spPr>
          <a:xfrm rot="16200000">
            <a:off x="5429458" y="1805970"/>
            <a:ext cx="1069524" cy="646331"/>
          </a:xfrm>
          <a:prstGeom prst="rect">
            <a:avLst/>
          </a:prstGeom>
          <a:solidFill>
            <a:srgbClr val="CAEEFB">
              <a:alpha val="50196"/>
            </a:srgb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75058A-DA9D-E893-1445-3C836D1498B2}"/>
              </a:ext>
            </a:extLst>
          </p:cNvPr>
          <p:cNvSpPr txBox="1"/>
          <p:nvPr/>
        </p:nvSpPr>
        <p:spPr>
          <a:xfrm rot="16200000">
            <a:off x="8713527" y="1770460"/>
            <a:ext cx="1069524" cy="646331"/>
          </a:xfrm>
          <a:prstGeom prst="rect">
            <a:avLst/>
          </a:prstGeom>
          <a:solidFill>
            <a:srgbClr val="CAEEFB">
              <a:alpha val="50196"/>
            </a:srgb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</a:p>
        </p:txBody>
      </p:sp>
      <p:pic>
        <p:nvPicPr>
          <p:cNvPr id="16" name="Picture 15" descr="A red and white molecule&#10;&#10;AI-generated content may be incorrect.">
            <a:extLst>
              <a:ext uri="{FF2B5EF4-FFF2-40B4-BE49-F238E27FC236}">
                <a16:creationId xmlns:a16="http://schemas.microsoft.com/office/drawing/2014/main" id="{A4DCC56E-FF78-BE35-B9B6-63BCF16544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295" t="21076" r="34244" b="24910"/>
          <a:stretch>
            <a:fillRect/>
          </a:stretch>
        </p:blipFill>
        <p:spPr>
          <a:xfrm rot="19754043">
            <a:off x="6529265" y="1332835"/>
            <a:ext cx="1625843" cy="1474985"/>
          </a:xfrm>
          <a:prstGeom prst="rect">
            <a:avLst/>
          </a:prstGeom>
        </p:spPr>
      </p:pic>
      <p:pic>
        <p:nvPicPr>
          <p:cNvPr id="17" name="Picture 16" descr="A red and white molecule&#10;&#10;AI-generated content may be incorrect.">
            <a:extLst>
              <a:ext uri="{FF2B5EF4-FFF2-40B4-BE49-F238E27FC236}">
                <a16:creationId xmlns:a16="http://schemas.microsoft.com/office/drawing/2014/main" id="{C2D86A72-6EF1-6558-489E-2E74684155F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635" t="28155" r="36892" b="31163"/>
          <a:stretch>
            <a:fillRect/>
          </a:stretch>
        </p:blipFill>
        <p:spPr>
          <a:xfrm rot="21249144">
            <a:off x="9581149" y="1381956"/>
            <a:ext cx="2213054" cy="156463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E134FA5-93EB-B46C-9826-141E4C37075D}"/>
              </a:ext>
            </a:extLst>
          </p:cNvPr>
          <p:cNvSpPr txBox="1"/>
          <p:nvPr/>
        </p:nvSpPr>
        <p:spPr>
          <a:xfrm>
            <a:off x="1272464" y="821481"/>
            <a:ext cx="29177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Dataset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EFA66444-EE02-44EC-F4FE-556F69EFEF59}"/>
              </a:ext>
            </a:extLst>
          </p:cNvPr>
          <p:cNvGrpSpPr/>
          <p:nvPr/>
        </p:nvGrpSpPr>
        <p:grpSpPr>
          <a:xfrm>
            <a:off x="4624203" y="753422"/>
            <a:ext cx="7243947" cy="2362221"/>
            <a:chOff x="4624203" y="753422"/>
            <a:chExt cx="7243947" cy="2362221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739833BB-C75A-E0BA-CE0C-AFD0BF3FA723}"/>
                </a:ext>
              </a:extLst>
            </p:cNvPr>
            <p:cNvGrpSpPr/>
            <p:nvPr/>
          </p:nvGrpSpPr>
          <p:grpSpPr>
            <a:xfrm>
              <a:off x="5396811" y="753422"/>
              <a:ext cx="6471339" cy="2362221"/>
              <a:chOff x="5396811" y="753422"/>
              <a:chExt cx="6471339" cy="2362221"/>
            </a:xfrm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2E594D8-DA8F-0422-1B08-C9DDC9021995}"/>
                  </a:ext>
                </a:extLst>
              </p:cNvPr>
              <p:cNvSpPr/>
              <p:nvPr/>
            </p:nvSpPr>
            <p:spPr>
              <a:xfrm>
                <a:off x="5396811" y="753422"/>
                <a:ext cx="6363217" cy="2362221"/>
              </a:xfrm>
              <a:prstGeom prst="roundRect">
                <a:avLst>
                  <a:gd name="adj" fmla="val 3153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5652C9D-83C0-50F5-BB21-D645766FDF2E}"/>
                  </a:ext>
                </a:extLst>
              </p:cNvPr>
              <p:cNvSpPr txBox="1"/>
              <p:nvPr/>
            </p:nvSpPr>
            <p:spPr>
              <a:xfrm>
                <a:off x="5504933" y="837546"/>
                <a:ext cx="636321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4G Model Training and Improvement</a:t>
                </a:r>
              </a:p>
            </p:txBody>
          </p:sp>
        </p:grpSp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5B19573B-313C-B0CA-39AD-A3446D0884F9}"/>
                </a:ext>
              </a:extLst>
            </p:cNvPr>
            <p:cNvSpPr/>
            <p:nvPr/>
          </p:nvSpPr>
          <p:spPr>
            <a:xfrm>
              <a:off x="4624203" y="1806886"/>
              <a:ext cx="584753" cy="753905"/>
            </a:xfrm>
            <a:prstGeom prst="rightArrow">
              <a:avLst/>
            </a:prstGeom>
            <a:gradFill flip="none" rotWithShape="1">
              <a:gsLst>
                <a:gs pos="0">
                  <a:schemeClr val="tx2">
                    <a:lumMod val="25000"/>
                    <a:lumOff val="75000"/>
                  </a:schemeClr>
                </a:gs>
                <a:gs pos="100000">
                  <a:schemeClr val="tx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54382F1-39F1-C101-9B40-27D1ABAA7792}"/>
              </a:ext>
            </a:extLst>
          </p:cNvPr>
          <p:cNvSpPr txBox="1"/>
          <p:nvPr/>
        </p:nvSpPr>
        <p:spPr>
          <a:xfrm>
            <a:off x="1688263" y="10632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D22754E-C270-A79F-9C95-373958AAB02B}"/>
              </a:ext>
            </a:extLst>
          </p:cNvPr>
          <p:cNvGrpSpPr/>
          <p:nvPr/>
        </p:nvGrpSpPr>
        <p:grpSpPr>
          <a:xfrm>
            <a:off x="10081777" y="3519684"/>
            <a:ext cx="1437679" cy="2850636"/>
            <a:chOff x="8437170" y="2631913"/>
            <a:chExt cx="1796310" cy="3561731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8399C910-3D72-1467-265D-4A8F48642F71}"/>
                </a:ext>
              </a:extLst>
            </p:cNvPr>
            <p:cNvGrpSpPr/>
            <p:nvPr/>
          </p:nvGrpSpPr>
          <p:grpSpPr>
            <a:xfrm>
              <a:off x="8552686" y="2631913"/>
              <a:ext cx="1680794" cy="1712496"/>
              <a:chOff x="1199901" y="-6576882"/>
              <a:chExt cx="1680794" cy="1712496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3E298DD5-D862-E976-0FB7-0B7611830240}"/>
                  </a:ext>
                </a:extLst>
              </p:cNvPr>
              <p:cNvSpPr/>
              <p:nvPr/>
            </p:nvSpPr>
            <p:spPr>
              <a:xfrm>
                <a:off x="1199901" y="-6057900"/>
                <a:ext cx="285750" cy="28575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12F3112E-9DDC-B381-7F90-6B71B95F3D18}"/>
                  </a:ext>
                </a:extLst>
              </p:cNvPr>
              <p:cNvSpPr/>
              <p:nvPr/>
            </p:nvSpPr>
            <p:spPr>
              <a:xfrm>
                <a:off x="1605945" y="-6576882"/>
                <a:ext cx="285750" cy="28575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5F0410CE-3C4F-83A7-0685-20590B66B1AC}"/>
                  </a:ext>
                </a:extLst>
              </p:cNvPr>
              <p:cNvSpPr/>
              <p:nvPr/>
            </p:nvSpPr>
            <p:spPr>
              <a:xfrm rot="949518">
                <a:off x="2427167" y="-5445768"/>
                <a:ext cx="285750" cy="28575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34D91E80-7C09-5986-8CE2-FEF08DDB5DB3}"/>
                  </a:ext>
                </a:extLst>
              </p:cNvPr>
              <p:cNvSpPr/>
              <p:nvPr/>
            </p:nvSpPr>
            <p:spPr>
              <a:xfrm>
                <a:off x="2326139" y="-6576882"/>
                <a:ext cx="285750" cy="28575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649C0860-7BA6-C09B-0860-7A22C4A5FAE4}"/>
                  </a:ext>
                </a:extLst>
              </p:cNvPr>
              <p:cNvSpPr/>
              <p:nvPr/>
            </p:nvSpPr>
            <p:spPr>
              <a:xfrm>
                <a:off x="1397920" y="-5295900"/>
                <a:ext cx="285750" cy="28575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E8EDDF17-28BB-6891-1C1E-C6365B687D53}"/>
                  </a:ext>
                </a:extLst>
              </p:cNvPr>
              <p:cNvSpPr/>
              <p:nvPr/>
            </p:nvSpPr>
            <p:spPr>
              <a:xfrm>
                <a:off x="1942547" y="-5150136"/>
                <a:ext cx="285750" cy="28575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CD31C8FD-8331-0BA9-3FB3-4DE1CA68CECD}"/>
                  </a:ext>
                </a:extLst>
              </p:cNvPr>
              <p:cNvSpPr/>
              <p:nvPr/>
            </p:nvSpPr>
            <p:spPr>
              <a:xfrm>
                <a:off x="2594945" y="-6092825"/>
                <a:ext cx="285750" cy="28575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166B29CA-F096-865E-1BB8-8691D22EBD30}"/>
                  </a:ext>
                </a:extLst>
              </p:cNvPr>
              <p:cNvCxnSpPr>
                <a:stCxn id="92" idx="7"/>
                <a:endCxn id="93" idx="3"/>
              </p:cNvCxnSpPr>
              <p:nvPr/>
            </p:nvCxnSpPr>
            <p:spPr>
              <a:xfrm flipV="1">
                <a:off x="1443804" y="-6332979"/>
                <a:ext cx="203988" cy="31692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BC9CDB6A-5847-3FD0-45B9-DFD8C0EBE8D0}"/>
                  </a:ext>
                </a:extLst>
              </p:cNvPr>
              <p:cNvCxnSpPr>
                <a:cxnSpLocks/>
                <a:stCxn id="95" idx="2"/>
                <a:endCxn id="93" idx="6"/>
              </p:cNvCxnSpPr>
              <p:nvPr/>
            </p:nvCxnSpPr>
            <p:spPr>
              <a:xfrm flipH="1">
                <a:off x="1891695" y="-6434007"/>
                <a:ext cx="434444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581E462A-F229-F4FD-BCDB-59B1F99736C4}"/>
                  </a:ext>
                </a:extLst>
              </p:cNvPr>
              <p:cNvCxnSpPr>
                <a:cxnSpLocks/>
                <a:stCxn id="98" idx="0"/>
                <a:endCxn id="95" idx="5"/>
              </p:cNvCxnSpPr>
              <p:nvPr/>
            </p:nvCxnSpPr>
            <p:spPr>
              <a:xfrm flipH="1" flipV="1">
                <a:off x="2570042" y="-6332979"/>
                <a:ext cx="167778" cy="24015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60F1BDBB-EA20-3951-3FC2-3031DF773CDD}"/>
                  </a:ext>
                </a:extLst>
              </p:cNvPr>
              <p:cNvCxnSpPr>
                <a:cxnSpLocks/>
                <a:stCxn id="94" idx="0"/>
                <a:endCxn id="98" idx="4"/>
              </p:cNvCxnSpPr>
              <p:nvPr/>
            </p:nvCxnSpPr>
            <p:spPr>
              <a:xfrm flipV="1">
                <a:off x="2609005" y="-5807075"/>
                <a:ext cx="128815" cy="36672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4EB1DBDF-11B7-A1B0-CFAA-4C1BF6DE8F76}"/>
                  </a:ext>
                </a:extLst>
              </p:cNvPr>
              <p:cNvCxnSpPr>
                <a:cxnSpLocks/>
                <a:stCxn id="97" idx="6"/>
                <a:endCxn id="94" idx="3"/>
              </p:cNvCxnSpPr>
              <p:nvPr/>
            </p:nvCxnSpPr>
            <p:spPr>
              <a:xfrm flipV="1">
                <a:off x="2228297" y="-5233245"/>
                <a:ext cx="216995" cy="22598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26061BEA-7B73-5939-165E-F29461B77BF6}"/>
                  </a:ext>
                </a:extLst>
              </p:cNvPr>
              <p:cNvCxnSpPr>
                <a:cxnSpLocks/>
                <a:stCxn id="96" idx="1"/>
                <a:endCxn id="92" idx="4"/>
              </p:cNvCxnSpPr>
              <p:nvPr/>
            </p:nvCxnSpPr>
            <p:spPr>
              <a:xfrm flipH="1" flipV="1">
                <a:off x="1342776" y="-5772150"/>
                <a:ext cx="96991" cy="5180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F81A1ED0-CD0B-4DE4-CFA5-2FBE3C4F1007}"/>
                  </a:ext>
                </a:extLst>
              </p:cNvPr>
              <p:cNvCxnSpPr>
                <a:cxnSpLocks/>
                <a:stCxn id="97" idx="2"/>
                <a:endCxn id="96" idx="5"/>
              </p:cNvCxnSpPr>
              <p:nvPr/>
            </p:nvCxnSpPr>
            <p:spPr>
              <a:xfrm flipH="1" flipV="1">
                <a:off x="1641823" y="-5051997"/>
                <a:ext cx="300724" cy="4473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27EC3F97-15D9-AB02-DDBD-5EF4D88E88F6}"/>
                </a:ext>
              </a:extLst>
            </p:cNvPr>
            <p:cNvGrpSpPr/>
            <p:nvPr/>
          </p:nvGrpSpPr>
          <p:grpSpPr>
            <a:xfrm>
              <a:off x="8437170" y="4616997"/>
              <a:ext cx="1753962" cy="1576647"/>
              <a:chOff x="1084385" y="-4591798"/>
              <a:chExt cx="1753962" cy="1576647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1449BDFC-3AAD-087E-542E-B6558668CCD4}"/>
                  </a:ext>
                </a:extLst>
              </p:cNvPr>
              <p:cNvSpPr/>
              <p:nvPr/>
            </p:nvSpPr>
            <p:spPr>
              <a:xfrm rot="2825235">
                <a:off x="1589931" y="-4591798"/>
                <a:ext cx="285750" cy="28575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356C4BE4-91DD-805C-5385-00311705D639}"/>
                  </a:ext>
                </a:extLst>
              </p:cNvPr>
              <p:cNvSpPr/>
              <p:nvPr/>
            </p:nvSpPr>
            <p:spPr>
              <a:xfrm rot="4113222">
                <a:off x="2289273" y="-4478831"/>
                <a:ext cx="285750" cy="28575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ABD65F3C-C70B-F6E2-F61F-1A41ABF51969}"/>
                  </a:ext>
                </a:extLst>
              </p:cNvPr>
              <p:cNvSpPr/>
              <p:nvPr/>
            </p:nvSpPr>
            <p:spPr>
              <a:xfrm rot="5062740">
                <a:off x="1536739" y="-3300901"/>
                <a:ext cx="285750" cy="28575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FA9B9369-DB5D-88FA-4AEE-804CEFF09C18}"/>
                  </a:ext>
                </a:extLst>
              </p:cNvPr>
              <p:cNvSpPr/>
              <p:nvPr/>
            </p:nvSpPr>
            <p:spPr>
              <a:xfrm rot="4113222">
                <a:off x="2552597" y="-3808502"/>
                <a:ext cx="285750" cy="28575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856188A0-9E39-C863-4E7C-31B533BDFE26}"/>
                  </a:ext>
                </a:extLst>
              </p:cNvPr>
              <p:cNvSpPr/>
              <p:nvPr/>
            </p:nvSpPr>
            <p:spPr>
              <a:xfrm rot="4113222">
                <a:off x="1135459" y="-4177558"/>
                <a:ext cx="285750" cy="28575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FAC7A412-B76A-2C11-42B6-6FB5DC300543}"/>
                  </a:ext>
                </a:extLst>
              </p:cNvPr>
              <p:cNvSpPr/>
              <p:nvPr/>
            </p:nvSpPr>
            <p:spPr>
              <a:xfrm rot="4113222">
                <a:off x="1084385" y="-3643875"/>
                <a:ext cx="285750" cy="28575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6CC9B57C-4D5D-5226-A61D-46DE467FEFBA}"/>
                  </a:ext>
                </a:extLst>
              </p:cNvPr>
              <p:cNvSpPr/>
              <p:nvPr/>
            </p:nvSpPr>
            <p:spPr>
              <a:xfrm rot="4113222">
                <a:off x="2200339" y="-3381323"/>
                <a:ext cx="285750" cy="28575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AA61EC00-D634-3950-0AF2-E0F47E0224ED}"/>
                  </a:ext>
                </a:extLst>
              </p:cNvPr>
              <p:cNvCxnSpPr>
                <a:stCxn id="78" idx="7"/>
                <a:endCxn id="79" idx="3"/>
              </p:cNvCxnSpPr>
              <p:nvPr/>
            </p:nvCxnSpPr>
            <p:spPr>
              <a:xfrm>
                <a:off x="1875586" y="-4443719"/>
                <a:ext cx="425590" cy="5066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3EF1B06-C595-0BF8-8449-75033D45EA4C}"/>
                  </a:ext>
                </a:extLst>
              </p:cNvPr>
              <p:cNvCxnSpPr>
                <a:cxnSpLocks/>
                <a:stCxn id="81" idx="2"/>
                <a:endCxn id="79" idx="6"/>
              </p:cNvCxnSpPr>
              <p:nvPr/>
            </p:nvCxnSpPr>
            <p:spPr>
              <a:xfrm rot="4113222" flipH="1">
                <a:off x="2346588" y="-4000791"/>
                <a:ext cx="434444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F1145FDF-517D-D468-D060-B28D472E748F}"/>
                  </a:ext>
                </a:extLst>
              </p:cNvPr>
              <p:cNvCxnSpPr>
                <a:cxnSpLocks/>
                <a:stCxn id="84" idx="0"/>
                <a:endCxn id="81" idx="5"/>
              </p:cNvCxnSpPr>
              <p:nvPr/>
            </p:nvCxnSpPr>
            <p:spPr>
              <a:xfrm rot="4113222" flipH="1" flipV="1">
                <a:off x="2473398" y="-3532748"/>
                <a:ext cx="167778" cy="24015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296A116B-2226-9E5A-323D-4AF1AA455E36}"/>
                  </a:ext>
                </a:extLst>
              </p:cNvPr>
              <p:cNvCxnSpPr>
                <a:cxnSpLocks/>
                <a:stCxn id="80" idx="0"/>
                <a:endCxn id="84" idx="4"/>
              </p:cNvCxnSpPr>
              <p:nvPr/>
            </p:nvCxnSpPr>
            <p:spPr>
              <a:xfrm rot="4113222" flipV="1">
                <a:off x="1951610" y="-3362476"/>
                <a:ext cx="128815" cy="36672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C232D685-0BBD-D243-5918-2AFC54CF41B7}"/>
                  </a:ext>
                </a:extLst>
              </p:cNvPr>
              <p:cNvCxnSpPr>
                <a:cxnSpLocks/>
                <a:stCxn id="83" idx="6"/>
                <a:endCxn id="80" idx="3"/>
              </p:cNvCxnSpPr>
              <p:nvPr/>
            </p:nvCxnSpPr>
            <p:spPr>
              <a:xfrm rot="4113222" flipV="1">
                <a:off x="1315841" y="-3421337"/>
                <a:ext cx="216995" cy="22598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FCD38148-FA78-17D1-5D81-16CFFE065F3F}"/>
                  </a:ext>
                </a:extLst>
              </p:cNvPr>
              <p:cNvCxnSpPr>
                <a:cxnSpLocks/>
                <a:stCxn id="82" idx="1"/>
                <a:endCxn id="78" idx="4"/>
              </p:cNvCxnSpPr>
              <p:nvPr/>
            </p:nvCxnSpPr>
            <p:spPr>
              <a:xfrm flipV="1">
                <a:off x="1335428" y="-4351642"/>
                <a:ext cx="292738" cy="18598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74C4CE3C-132F-DA1D-241E-AD8132E41F90}"/>
                  </a:ext>
                </a:extLst>
              </p:cNvPr>
              <p:cNvCxnSpPr>
                <a:cxnSpLocks/>
                <a:stCxn id="83" idx="2"/>
                <a:endCxn id="82" idx="5"/>
              </p:cNvCxnSpPr>
              <p:nvPr/>
            </p:nvCxnSpPr>
            <p:spPr>
              <a:xfrm flipV="1">
                <a:off x="1175021" y="-3903711"/>
                <a:ext cx="46219" cy="26972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DAE8C51-342C-EFD4-B2A4-42348FEAE205}"/>
                </a:ext>
              </a:extLst>
            </p:cNvPr>
            <p:cNvSpPr/>
            <p:nvPr/>
          </p:nvSpPr>
          <p:spPr>
            <a:xfrm>
              <a:off x="9252926" y="3305450"/>
              <a:ext cx="285750" cy="2857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340D337C-AD6D-B597-8D88-82283E3B0FC7}"/>
                </a:ext>
              </a:extLst>
            </p:cNvPr>
            <p:cNvSpPr/>
            <p:nvPr/>
          </p:nvSpPr>
          <p:spPr>
            <a:xfrm>
              <a:off x="9176726" y="5261250"/>
              <a:ext cx="285750" cy="2857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91436241-405C-AB2C-F88F-CF1A544FBB54}"/>
                </a:ext>
              </a:extLst>
            </p:cNvPr>
            <p:cNvCxnSpPr>
              <a:stCxn id="75" idx="4"/>
              <a:endCxn id="76" idx="0"/>
            </p:cNvCxnSpPr>
            <p:nvPr/>
          </p:nvCxnSpPr>
          <p:spPr>
            <a:xfrm flipH="1">
              <a:off x="9319601" y="3591200"/>
              <a:ext cx="76200" cy="167005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74D5239-60BC-ADB7-D529-E02F328160DE}"/>
              </a:ext>
            </a:extLst>
          </p:cNvPr>
          <p:cNvCxnSpPr>
            <a:cxnSpLocks/>
          </p:cNvCxnSpPr>
          <p:nvPr/>
        </p:nvCxnSpPr>
        <p:spPr>
          <a:xfrm flipH="1">
            <a:off x="8585029" y="5055870"/>
            <a:ext cx="136698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EA92F6F-5C70-3889-3DDD-8ABC54C97B48}"/>
              </a:ext>
            </a:extLst>
          </p:cNvPr>
          <p:cNvGrpSpPr/>
          <p:nvPr/>
        </p:nvGrpSpPr>
        <p:grpSpPr>
          <a:xfrm>
            <a:off x="5716453" y="3912870"/>
            <a:ext cx="2640870" cy="2424363"/>
            <a:chOff x="11368196" y="6246162"/>
            <a:chExt cx="4189009" cy="3845580"/>
          </a:xfrm>
        </p:grpSpPr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F907EC8-7CAF-253F-BA9A-77DE5BA21FF9}"/>
                </a:ext>
              </a:extLst>
            </p:cNvPr>
            <p:cNvSpPr/>
            <p:nvPr/>
          </p:nvSpPr>
          <p:spPr>
            <a:xfrm>
              <a:off x="11609869" y="6487628"/>
              <a:ext cx="1235220" cy="840660"/>
            </a:xfrm>
            <a:custGeom>
              <a:avLst/>
              <a:gdLst>
                <a:gd name="csX0" fmla="*/ -22 w 328287"/>
                <a:gd name="csY0" fmla="*/ 15 h 223424"/>
                <a:gd name="csX1" fmla="*/ 328265 w 328287"/>
                <a:gd name="csY1" fmla="*/ 223439 h 2234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223424">
                  <a:moveTo>
                    <a:pt x="-22" y="15"/>
                  </a:moveTo>
                  <a:lnTo>
                    <a:pt x="328265" y="223439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3810106-1DEC-3DE3-C419-BC34445B22B1}"/>
                </a:ext>
              </a:extLst>
            </p:cNvPr>
            <p:cNvSpPr/>
            <p:nvPr/>
          </p:nvSpPr>
          <p:spPr>
            <a:xfrm>
              <a:off x="11609869" y="6487628"/>
              <a:ext cx="1235220" cy="1681320"/>
            </a:xfrm>
            <a:custGeom>
              <a:avLst/>
              <a:gdLst>
                <a:gd name="csX0" fmla="*/ -22 w 328287"/>
                <a:gd name="csY0" fmla="*/ 12 h 446848"/>
                <a:gd name="csX1" fmla="*/ 328265 w 328287"/>
                <a:gd name="csY1" fmla="*/ 446861 h 4468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446848">
                  <a:moveTo>
                    <a:pt x="-22" y="12"/>
                  </a:moveTo>
                  <a:lnTo>
                    <a:pt x="328265" y="446861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2BB7046C-5B3F-60EC-2432-1830375959A7}"/>
                </a:ext>
              </a:extLst>
            </p:cNvPr>
            <p:cNvSpPr/>
            <p:nvPr/>
          </p:nvSpPr>
          <p:spPr>
            <a:xfrm>
              <a:off x="11609869" y="6487628"/>
              <a:ext cx="1235220" cy="2521984"/>
            </a:xfrm>
            <a:custGeom>
              <a:avLst/>
              <a:gdLst>
                <a:gd name="csX0" fmla="*/ -22 w 328287"/>
                <a:gd name="csY0" fmla="*/ 9 h 670273"/>
                <a:gd name="csX1" fmla="*/ 328265 w 328287"/>
                <a:gd name="csY1" fmla="*/ 670282 h 6702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670273">
                  <a:moveTo>
                    <a:pt x="-22" y="9"/>
                  </a:moveTo>
                  <a:lnTo>
                    <a:pt x="328265" y="670282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39B8330C-F15E-5BFA-8018-01E0368F1EBA}"/>
                </a:ext>
              </a:extLst>
            </p:cNvPr>
            <p:cNvSpPr/>
            <p:nvPr/>
          </p:nvSpPr>
          <p:spPr>
            <a:xfrm>
              <a:off x="11609869" y="7328288"/>
              <a:ext cx="1235220" cy="20288"/>
            </a:xfrm>
            <a:custGeom>
              <a:avLst/>
              <a:gdLst>
                <a:gd name="csX0" fmla="*/ -22 w 328287"/>
                <a:gd name="csY0" fmla="*/ 12 h 5392"/>
                <a:gd name="csX1" fmla="*/ 328265 w 328287"/>
                <a:gd name="csY1" fmla="*/ 12 h 53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5392">
                  <a:moveTo>
                    <a:pt x="-22" y="12"/>
                  </a:moveTo>
                  <a:lnTo>
                    <a:pt x="328265" y="12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C1841D95-597A-1657-17B6-B074200C41EA}"/>
                </a:ext>
              </a:extLst>
            </p:cNvPr>
            <p:cNvSpPr/>
            <p:nvPr/>
          </p:nvSpPr>
          <p:spPr>
            <a:xfrm>
              <a:off x="11609869" y="7328288"/>
              <a:ext cx="1235220" cy="840660"/>
            </a:xfrm>
            <a:custGeom>
              <a:avLst/>
              <a:gdLst>
                <a:gd name="csX0" fmla="*/ -22 w 328287"/>
                <a:gd name="csY0" fmla="*/ 9 h 223424"/>
                <a:gd name="csX1" fmla="*/ 328265 w 328287"/>
                <a:gd name="csY1" fmla="*/ 223434 h 2234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223424">
                  <a:moveTo>
                    <a:pt x="-22" y="9"/>
                  </a:moveTo>
                  <a:lnTo>
                    <a:pt x="328265" y="223434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D141222B-C32A-7D74-8E3A-0771AB10A24E}"/>
                </a:ext>
              </a:extLst>
            </p:cNvPr>
            <p:cNvSpPr/>
            <p:nvPr/>
          </p:nvSpPr>
          <p:spPr>
            <a:xfrm>
              <a:off x="11609869" y="7328288"/>
              <a:ext cx="1235220" cy="1681320"/>
            </a:xfrm>
            <a:custGeom>
              <a:avLst/>
              <a:gdLst>
                <a:gd name="csX0" fmla="*/ -22 w 328287"/>
                <a:gd name="csY0" fmla="*/ 6 h 446848"/>
                <a:gd name="csX1" fmla="*/ 328265 w 328287"/>
                <a:gd name="csY1" fmla="*/ 446855 h 4468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446848">
                  <a:moveTo>
                    <a:pt x="-22" y="6"/>
                  </a:moveTo>
                  <a:lnTo>
                    <a:pt x="328265" y="446855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F088D855-C8C5-08FF-D190-3853B1DBDD61}"/>
                </a:ext>
              </a:extLst>
            </p:cNvPr>
            <p:cNvSpPr/>
            <p:nvPr/>
          </p:nvSpPr>
          <p:spPr>
            <a:xfrm>
              <a:off x="11609869" y="7328288"/>
              <a:ext cx="1235220" cy="840660"/>
            </a:xfrm>
            <a:custGeom>
              <a:avLst/>
              <a:gdLst>
                <a:gd name="csX0" fmla="*/ -22 w 328287"/>
                <a:gd name="csY0" fmla="*/ 223434 h 223424"/>
                <a:gd name="csX1" fmla="*/ 328265 w 328287"/>
                <a:gd name="csY1" fmla="*/ 9 h 2234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223424">
                  <a:moveTo>
                    <a:pt x="-22" y="223434"/>
                  </a:moveTo>
                  <a:lnTo>
                    <a:pt x="328265" y="9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52022D8E-3E8F-3C5C-D33C-C59713266738}"/>
                </a:ext>
              </a:extLst>
            </p:cNvPr>
            <p:cNvSpPr/>
            <p:nvPr/>
          </p:nvSpPr>
          <p:spPr>
            <a:xfrm>
              <a:off x="11609869" y="8168952"/>
              <a:ext cx="1235220" cy="20288"/>
            </a:xfrm>
            <a:custGeom>
              <a:avLst/>
              <a:gdLst>
                <a:gd name="csX0" fmla="*/ -22 w 328287"/>
                <a:gd name="csY0" fmla="*/ 6 h 5392"/>
                <a:gd name="csX1" fmla="*/ 328265 w 328287"/>
                <a:gd name="csY1" fmla="*/ 6 h 53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5392">
                  <a:moveTo>
                    <a:pt x="-22" y="6"/>
                  </a:moveTo>
                  <a:lnTo>
                    <a:pt x="328265" y="6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FF74104B-E958-CAAA-2195-6546EF81A3DF}"/>
                </a:ext>
              </a:extLst>
            </p:cNvPr>
            <p:cNvSpPr/>
            <p:nvPr/>
          </p:nvSpPr>
          <p:spPr>
            <a:xfrm>
              <a:off x="11609869" y="8168952"/>
              <a:ext cx="1235220" cy="840660"/>
            </a:xfrm>
            <a:custGeom>
              <a:avLst/>
              <a:gdLst>
                <a:gd name="csX0" fmla="*/ -22 w 328287"/>
                <a:gd name="csY0" fmla="*/ 4 h 223424"/>
                <a:gd name="csX1" fmla="*/ 328265 w 328287"/>
                <a:gd name="csY1" fmla="*/ 223428 h 2234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223424">
                  <a:moveTo>
                    <a:pt x="-22" y="4"/>
                  </a:moveTo>
                  <a:lnTo>
                    <a:pt x="328265" y="223428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C9ECD8D-5F2C-2B60-B32D-5264F3B2A23B}"/>
                </a:ext>
              </a:extLst>
            </p:cNvPr>
            <p:cNvSpPr/>
            <p:nvPr/>
          </p:nvSpPr>
          <p:spPr>
            <a:xfrm>
              <a:off x="11609869" y="7328288"/>
              <a:ext cx="1235220" cy="1681320"/>
            </a:xfrm>
            <a:custGeom>
              <a:avLst/>
              <a:gdLst>
                <a:gd name="csX0" fmla="*/ -22 w 328287"/>
                <a:gd name="csY0" fmla="*/ 446855 h 446848"/>
                <a:gd name="csX1" fmla="*/ 328265 w 328287"/>
                <a:gd name="csY1" fmla="*/ 6 h 4468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446848">
                  <a:moveTo>
                    <a:pt x="-22" y="446855"/>
                  </a:moveTo>
                  <a:lnTo>
                    <a:pt x="328265" y="6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9B747BD1-B7EA-2038-A445-A6429A239757}"/>
                </a:ext>
              </a:extLst>
            </p:cNvPr>
            <p:cNvSpPr/>
            <p:nvPr/>
          </p:nvSpPr>
          <p:spPr>
            <a:xfrm>
              <a:off x="11609869" y="8168952"/>
              <a:ext cx="1235220" cy="840660"/>
            </a:xfrm>
            <a:custGeom>
              <a:avLst/>
              <a:gdLst>
                <a:gd name="csX0" fmla="*/ -22 w 328287"/>
                <a:gd name="csY0" fmla="*/ 223428 h 223424"/>
                <a:gd name="csX1" fmla="*/ 328265 w 328287"/>
                <a:gd name="csY1" fmla="*/ 4 h 2234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223424">
                  <a:moveTo>
                    <a:pt x="-22" y="223428"/>
                  </a:moveTo>
                  <a:lnTo>
                    <a:pt x="328265" y="4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F06484-AECE-6369-08B1-074880CA403F}"/>
                </a:ext>
              </a:extLst>
            </p:cNvPr>
            <p:cNvSpPr/>
            <p:nvPr/>
          </p:nvSpPr>
          <p:spPr>
            <a:xfrm>
              <a:off x="11609869" y="9009612"/>
              <a:ext cx="1235220" cy="20288"/>
            </a:xfrm>
            <a:custGeom>
              <a:avLst/>
              <a:gdLst>
                <a:gd name="csX0" fmla="*/ -22 w 328287"/>
                <a:gd name="csY0" fmla="*/ 1 h 5392"/>
                <a:gd name="csX1" fmla="*/ 328265 w 328287"/>
                <a:gd name="csY1" fmla="*/ 1 h 53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5392">
                  <a:moveTo>
                    <a:pt x="-22" y="1"/>
                  </a:moveTo>
                  <a:lnTo>
                    <a:pt x="328265" y="1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AB6EA507-A91B-F342-2DDF-481AF58FBC47}"/>
                </a:ext>
              </a:extLst>
            </p:cNvPr>
            <p:cNvSpPr/>
            <p:nvPr/>
          </p:nvSpPr>
          <p:spPr>
            <a:xfrm>
              <a:off x="11609869" y="7328288"/>
              <a:ext cx="1235220" cy="2521984"/>
            </a:xfrm>
            <a:custGeom>
              <a:avLst/>
              <a:gdLst>
                <a:gd name="csX0" fmla="*/ -22 w 328287"/>
                <a:gd name="csY0" fmla="*/ 670277 h 670273"/>
                <a:gd name="csX1" fmla="*/ 328265 w 328287"/>
                <a:gd name="csY1" fmla="*/ 4 h 6702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670273">
                  <a:moveTo>
                    <a:pt x="-22" y="670277"/>
                  </a:moveTo>
                  <a:lnTo>
                    <a:pt x="328265" y="4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1145B467-BBD0-C1CB-B009-D8D462A699C9}"/>
                </a:ext>
              </a:extLst>
            </p:cNvPr>
            <p:cNvSpPr/>
            <p:nvPr/>
          </p:nvSpPr>
          <p:spPr>
            <a:xfrm>
              <a:off x="11609869" y="8168952"/>
              <a:ext cx="1235220" cy="1681320"/>
            </a:xfrm>
            <a:custGeom>
              <a:avLst/>
              <a:gdLst>
                <a:gd name="csX0" fmla="*/ -22 w 328287"/>
                <a:gd name="csY0" fmla="*/ 446850 h 446848"/>
                <a:gd name="csX1" fmla="*/ 328265 w 328287"/>
                <a:gd name="csY1" fmla="*/ 1 h 4468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446848">
                  <a:moveTo>
                    <a:pt x="-22" y="446850"/>
                  </a:moveTo>
                  <a:lnTo>
                    <a:pt x="328265" y="1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A7F76F4F-2C7D-BEC5-51B6-68B27038AEEB}"/>
                </a:ext>
              </a:extLst>
            </p:cNvPr>
            <p:cNvSpPr/>
            <p:nvPr/>
          </p:nvSpPr>
          <p:spPr>
            <a:xfrm>
              <a:off x="11609869" y="9009612"/>
              <a:ext cx="1235220" cy="840660"/>
            </a:xfrm>
            <a:custGeom>
              <a:avLst/>
              <a:gdLst>
                <a:gd name="csX0" fmla="*/ -22 w 328287"/>
                <a:gd name="csY0" fmla="*/ 223422 h 223424"/>
                <a:gd name="csX1" fmla="*/ 328265 w 328287"/>
                <a:gd name="csY1" fmla="*/ -2 h 2234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223424">
                  <a:moveTo>
                    <a:pt x="-22" y="223422"/>
                  </a:moveTo>
                  <a:lnTo>
                    <a:pt x="328265" y="-2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7CE8B199-01D0-9EF2-C9AF-79052CF30862}"/>
                </a:ext>
              </a:extLst>
            </p:cNvPr>
            <p:cNvSpPr/>
            <p:nvPr/>
          </p:nvSpPr>
          <p:spPr>
            <a:xfrm>
              <a:off x="12845089" y="7328288"/>
              <a:ext cx="1235220" cy="20288"/>
            </a:xfrm>
            <a:custGeom>
              <a:avLst/>
              <a:gdLst>
                <a:gd name="csX0" fmla="*/ -31 w 328287"/>
                <a:gd name="csY0" fmla="*/ 12 h 5392"/>
                <a:gd name="csX1" fmla="*/ 328257 w 328287"/>
                <a:gd name="csY1" fmla="*/ 12 h 53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5392">
                  <a:moveTo>
                    <a:pt x="-31" y="12"/>
                  </a:moveTo>
                  <a:lnTo>
                    <a:pt x="328257" y="12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CEA55DD6-8A5D-DB2B-8015-DCBA9A6E76DC}"/>
                </a:ext>
              </a:extLst>
            </p:cNvPr>
            <p:cNvSpPr/>
            <p:nvPr/>
          </p:nvSpPr>
          <p:spPr>
            <a:xfrm>
              <a:off x="12845089" y="7328288"/>
              <a:ext cx="1235220" cy="840660"/>
            </a:xfrm>
            <a:custGeom>
              <a:avLst/>
              <a:gdLst>
                <a:gd name="csX0" fmla="*/ -31 w 328287"/>
                <a:gd name="csY0" fmla="*/ 9 h 223424"/>
                <a:gd name="csX1" fmla="*/ 328257 w 328287"/>
                <a:gd name="csY1" fmla="*/ 223434 h 2234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223424">
                  <a:moveTo>
                    <a:pt x="-31" y="9"/>
                  </a:moveTo>
                  <a:lnTo>
                    <a:pt x="328257" y="223434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25287577-13B8-DA96-6394-C46ADDF891AD}"/>
                </a:ext>
              </a:extLst>
            </p:cNvPr>
            <p:cNvSpPr/>
            <p:nvPr/>
          </p:nvSpPr>
          <p:spPr>
            <a:xfrm>
              <a:off x="12845089" y="7328288"/>
              <a:ext cx="1235220" cy="1681320"/>
            </a:xfrm>
            <a:custGeom>
              <a:avLst/>
              <a:gdLst>
                <a:gd name="csX0" fmla="*/ -31 w 328287"/>
                <a:gd name="csY0" fmla="*/ 6 h 446848"/>
                <a:gd name="csX1" fmla="*/ 328257 w 328287"/>
                <a:gd name="csY1" fmla="*/ 446855 h 4468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446848">
                  <a:moveTo>
                    <a:pt x="-31" y="6"/>
                  </a:moveTo>
                  <a:lnTo>
                    <a:pt x="328257" y="446855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C903A098-0FC7-F133-FD46-27DD85A79F65}"/>
                </a:ext>
              </a:extLst>
            </p:cNvPr>
            <p:cNvSpPr/>
            <p:nvPr/>
          </p:nvSpPr>
          <p:spPr>
            <a:xfrm>
              <a:off x="12845089" y="7328288"/>
              <a:ext cx="1235220" cy="840660"/>
            </a:xfrm>
            <a:custGeom>
              <a:avLst/>
              <a:gdLst>
                <a:gd name="csX0" fmla="*/ -31 w 328287"/>
                <a:gd name="csY0" fmla="*/ 223434 h 223424"/>
                <a:gd name="csX1" fmla="*/ 328257 w 328287"/>
                <a:gd name="csY1" fmla="*/ 9 h 2234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223424">
                  <a:moveTo>
                    <a:pt x="-31" y="223434"/>
                  </a:moveTo>
                  <a:lnTo>
                    <a:pt x="328257" y="9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12CA7E88-E9A4-14CC-9DC2-FC9830095865}"/>
                </a:ext>
              </a:extLst>
            </p:cNvPr>
            <p:cNvSpPr/>
            <p:nvPr/>
          </p:nvSpPr>
          <p:spPr>
            <a:xfrm>
              <a:off x="12845089" y="8168952"/>
              <a:ext cx="1235220" cy="20288"/>
            </a:xfrm>
            <a:custGeom>
              <a:avLst/>
              <a:gdLst>
                <a:gd name="csX0" fmla="*/ -31 w 328287"/>
                <a:gd name="csY0" fmla="*/ 6 h 5392"/>
                <a:gd name="csX1" fmla="*/ 328257 w 328287"/>
                <a:gd name="csY1" fmla="*/ 6 h 53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5392">
                  <a:moveTo>
                    <a:pt x="-31" y="6"/>
                  </a:moveTo>
                  <a:lnTo>
                    <a:pt x="328257" y="6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981F6C8E-4687-85C0-AB96-483892692AF7}"/>
                </a:ext>
              </a:extLst>
            </p:cNvPr>
            <p:cNvSpPr/>
            <p:nvPr/>
          </p:nvSpPr>
          <p:spPr>
            <a:xfrm>
              <a:off x="12845089" y="8168952"/>
              <a:ext cx="1235220" cy="840660"/>
            </a:xfrm>
            <a:custGeom>
              <a:avLst/>
              <a:gdLst>
                <a:gd name="csX0" fmla="*/ -31 w 328287"/>
                <a:gd name="csY0" fmla="*/ 4 h 223424"/>
                <a:gd name="csX1" fmla="*/ 328257 w 328287"/>
                <a:gd name="csY1" fmla="*/ 223428 h 2234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223424">
                  <a:moveTo>
                    <a:pt x="-31" y="4"/>
                  </a:moveTo>
                  <a:lnTo>
                    <a:pt x="328257" y="223428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BF40D389-900E-FA74-0E4D-725FF84E8AC5}"/>
                </a:ext>
              </a:extLst>
            </p:cNvPr>
            <p:cNvSpPr/>
            <p:nvPr/>
          </p:nvSpPr>
          <p:spPr>
            <a:xfrm>
              <a:off x="12845089" y="7328288"/>
              <a:ext cx="1235220" cy="1681320"/>
            </a:xfrm>
            <a:custGeom>
              <a:avLst/>
              <a:gdLst>
                <a:gd name="csX0" fmla="*/ -31 w 328287"/>
                <a:gd name="csY0" fmla="*/ 446855 h 446848"/>
                <a:gd name="csX1" fmla="*/ 328257 w 328287"/>
                <a:gd name="csY1" fmla="*/ 6 h 4468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446848">
                  <a:moveTo>
                    <a:pt x="-31" y="446855"/>
                  </a:moveTo>
                  <a:lnTo>
                    <a:pt x="328257" y="6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6FA1A525-1725-448D-98FE-59C641245BA7}"/>
                </a:ext>
              </a:extLst>
            </p:cNvPr>
            <p:cNvSpPr/>
            <p:nvPr/>
          </p:nvSpPr>
          <p:spPr>
            <a:xfrm>
              <a:off x="12845089" y="8168952"/>
              <a:ext cx="1235220" cy="840660"/>
            </a:xfrm>
            <a:custGeom>
              <a:avLst/>
              <a:gdLst>
                <a:gd name="csX0" fmla="*/ -31 w 328287"/>
                <a:gd name="csY0" fmla="*/ 223428 h 223424"/>
                <a:gd name="csX1" fmla="*/ 328257 w 328287"/>
                <a:gd name="csY1" fmla="*/ 4 h 2234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223424">
                  <a:moveTo>
                    <a:pt x="-31" y="223428"/>
                  </a:moveTo>
                  <a:lnTo>
                    <a:pt x="328257" y="4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3274CD0A-57F1-6A58-A01A-16AC45A3999D}"/>
                </a:ext>
              </a:extLst>
            </p:cNvPr>
            <p:cNvSpPr/>
            <p:nvPr/>
          </p:nvSpPr>
          <p:spPr>
            <a:xfrm>
              <a:off x="12845089" y="9009612"/>
              <a:ext cx="1235220" cy="20288"/>
            </a:xfrm>
            <a:custGeom>
              <a:avLst/>
              <a:gdLst>
                <a:gd name="csX0" fmla="*/ -31 w 328287"/>
                <a:gd name="csY0" fmla="*/ 1 h 5392"/>
                <a:gd name="csX1" fmla="*/ 328257 w 328287"/>
                <a:gd name="csY1" fmla="*/ 1 h 53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5392">
                  <a:moveTo>
                    <a:pt x="-31" y="1"/>
                  </a:moveTo>
                  <a:lnTo>
                    <a:pt x="328257" y="1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22B616F0-E784-94D4-E9E5-84F716B56B3A}"/>
                </a:ext>
              </a:extLst>
            </p:cNvPr>
            <p:cNvSpPr/>
            <p:nvPr/>
          </p:nvSpPr>
          <p:spPr>
            <a:xfrm>
              <a:off x="14080312" y="7328288"/>
              <a:ext cx="1235220" cy="420330"/>
            </a:xfrm>
            <a:custGeom>
              <a:avLst/>
              <a:gdLst>
                <a:gd name="csX0" fmla="*/ -39 w 328287"/>
                <a:gd name="csY0" fmla="*/ 11 h 111712"/>
                <a:gd name="csX1" fmla="*/ 328249 w 328287"/>
                <a:gd name="csY1" fmla="*/ 111723 h 1117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111712">
                  <a:moveTo>
                    <a:pt x="-39" y="11"/>
                  </a:moveTo>
                  <a:lnTo>
                    <a:pt x="328249" y="111723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7CD0A2BD-AA40-E8E3-B6E9-265137C4B6B6}"/>
                </a:ext>
              </a:extLst>
            </p:cNvPr>
            <p:cNvSpPr/>
            <p:nvPr/>
          </p:nvSpPr>
          <p:spPr>
            <a:xfrm>
              <a:off x="14080312" y="7748622"/>
              <a:ext cx="1235220" cy="420330"/>
            </a:xfrm>
            <a:custGeom>
              <a:avLst/>
              <a:gdLst>
                <a:gd name="csX0" fmla="*/ -39 w 328287"/>
                <a:gd name="csY0" fmla="*/ 111720 h 111712"/>
                <a:gd name="csX1" fmla="*/ 328249 w 328287"/>
                <a:gd name="csY1" fmla="*/ 8 h 1117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111712">
                  <a:moveTo>
                    <a:pt x="-39" y="111720"/>
                  </a:moveTo>
                  <a:lnTo>
                    <a:pt x="328249" y="8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E7980A5-0CEF-6E12-7681-7DDF50D52BA9}"/>
                </a:ext>
              </a:extLst>
            </p:cNvPr>
            <p:cNvSpPr/>
            <p:nvPr/>
          </p:nvSpPr>
          <p:spPr>
            <a:xfrm>
              <a:off x="14080312" y="7748622"/>
              <a:ext cx="1235220" cy="1260990"/>
            </a:xfrm>
            <a:custGeom>
              <a:avLst/>
              <a:gdLst>
                <a:gd name="csX0" fmla="*/ -39 w 328287"/>
                <a:gd name="csY0" fmla="*/ 335142 h 335136"/>
                <a:gd name="csX1" fmla="*/ 328249 w 328287"/>
                <a:gd name="csY1" fmla="*/ 5 h 3351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335136">
                  <a:moveTo>
                    <a:pt x="-39" y="335142"/>
                  </a:moveTo>
                  <a:lnTo>
                    <a:pt x="328249" y="5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5DB3353E-BE87-834F-3AEA-2F1524EADC2C}"/>
                </a:ext>
              </a:extLst>
            </p:cNvPr>
            <p:cNvSpPr/>
            <p:nvPr/>
          </p:nvSpPr>
          <p:spPr>
            <a:xfrm>
              <a:off x="14080312" y="7328288"/>
              <a:ext cx="1235220" cy="1260990"/>
            </a:xfrm>
            <a:custGeom>
              <a:avLst/>
              <a:gdLst>
                <a:gd name="csX0" fmla="*/ -39 w 328287"/>
                <a:gd name="csY0" fmla="*/ 8 h 335136"/>
                <a:gd name="csX1" fmla="*/ 328249 w 328287"/>
                <a:gd name="csY1" fmla="*/ 335144 h 3351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335136">
                  <a:moveTo>
                    <a:pt x="-39" y="8"/>
                  </a:moveTo>
                  <a:lnTo>
                    <a:pt x="328249" y="335144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9287750A-A5A9-DD67-1657-F4AAD3BCCE11}"/>
                </a:ext>
              </a:extLst>
            </p:cNvPr>
            <p:cNvSpPr/>
            <p:nvPr/>
          </p:nvSpPr>
          <p:spPr>
            <a:xfrm>
              <a:off x="14080312" y="8168952"/>
              <a:ext cx="1235220" cy="420330"/>
            </a:xfrm>
            <a:custGeom>
              <a:avLst/>
              <a:gdLst>
                <a:gd name="csX0" fmla="*/ -39 w 328287"/>
                <a:gd name="csY0" fmla="*/ 5 h 111712"/>
                <a:gd name="csX1" fmla="*/ 328249 w 328287"/>
                <a:gd name="csY1" fmla="*/ 111717 h 1117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111712">
                  <a:moveTo>
                    <a:pt x="-39" y="5"/>
                  </a:moveTo>
                  <a:lnTo>
                    <a:pt x="328249" y="111717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FD80CD0-7281-3398-170F-0CC1478935B1}"/>
                </a:ext>
              </a:extLst>
            </p:cNvPr>
            <p:cNvSpPr/>
            <p:nvPr/>
          </p:nvSpPr>
          <p:spPr>
            <a:xfrm>
              <a:off x="14080312" y="8589282"/>
              <a:ext cx="1235220" cy="420330"/>
            </a:xfrm>
            <a:custGeom>
              <a:avLst/>
              <a:gdLst>
                <a:gd name="csX0" fmla="*/ -39 w 328287"/>
                <a:gd name="csY0" fmla="*/ 111714 h 111712"/>
                <a:gd name="csX1" fmla="*/ 328249 w 328287"/>
                <a:gd name="csY1" fmla="*/ 2 h 1117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287" h="111712">
                  <a:moveTo>
                    <a:pt x="-39" y="111714"/>
                  </a:moveTo>
                  <a:lnTo>
                    <a:pt x="328249" y="2"/>
                  </a:lnTo>
                </a:path>
              </a:pathLst>
            </a:custGeom>
            <a:noFill/>
            <a:ln w="38100" cap="flat">
              <a:solidFill>
                <a:srgbClr val="505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5A7C47E0-E9A2-6D80-61B3-F9E1A76E8BA3}"/>
                </a:ext>
              </a:extLst>
            </p:cNvPr>
            <p:cNvSpPr/>
            <p:nvPr/>
          </p:nvSpPr>
          <p:spPr>
            <a:xfrm>
              <a:off x="11368196" y="6246162"/>
              <a:ext cx="483346" cy="482932"/>
            </a:xfrm>
            <a:prstGeom prst="ellipse">
              <a:avLst/>
            </a:prstGeom>
            <a:solidFill>
              <a:srgbClr val="FFFFFF"/>
            </a:solidFill>
            <a:ln w="76200" cap="flat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86D52DA-9B8A-D33E-3CDB-599FE29471A1}"/>
                </a:ext>
              </a:extLst>
            </p:cNvPr>
            <p:cNvSpPr/>
            <p:nvPr/>
          </p:nvSpPr>
          <p:spPr>
            <a:xfrm>
              <a:off x="11368196" y="7086822"/>
              <a:ext cx="483346" cy="482932"/>
            </a:xfrm>
            <a:prstGeom prst="ellipse">
              <a:avLst/>
            </a:prstGeom>
            <a:solidFill>
              <a:srgbClr val="FFFFFF"/>
            </a:solidFill>
            <a:ln w="76200" cap="flat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0E1D685-2902-135D-00AA-02B9EFF03341}"/>
                </a:ext>
              </a:extLst>
            </p:cNvPr>
            <p:cNvSpPr/>
            <p:nvPr/>
          </p:nvSpPr>
          <p:spPr>
            <a:xfrm>
              <a:off x="11368196" y="7927486"/>
              <a:ext cx="483346" cy="482932"/>
            </a:xfrm>
            <a:prstGeom prst="ellipse">
              <a:avLst/>
            </a:prstGeom>
            <a:solidFill>
              <a:srgbClr val="FFFFFF"/>
            </a:solidFill>
            <a:ln w="76200" cap="flat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11E6338-CB57-2863-8E84-4D30831B6426}"/>
                </a:ext>
              </a:extLst>
            </p:cNvPr>
            <p:cNvSpPr/>
            <p:nvPr/>
          </p:nvSpPr>
          <p:spPr>
            <a:xfrm>
              <a:off x="11368196" y="8768146"/>
              <a:ext cx="483346" cy="482932"/>
            </a:xfrm>
            <a:prstGeom prst="ellipse">
              <a:avLst/>
            </a:prstGeom>
            <a:solidFill>
              <a:srgbClr val="FFFFFF"/>
            </a:solidFill>
            <a:ln w="76200" cap="flat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A5660FC-3C28-3216-C8C1-62DEA1217518}"/>
                </a:ext>
              </a:extLst>
            </p:cNvPr>
            <p:cNvSpPr/>
            <p:nvPr/>
          </p:nvSpPr>
          <p:spPr>
            <a:xfrm>
              <a:off x="11368196" y="9608810"/>
              <a:ext cx="483346" cy="482932"/>
            </a:xfrm>
            <a:prstGeom prst="ellipse">
              <a:avLst/>
            </a:prstGeom>
            <a:solidFill>
              <a:srgbClr val="FFFFFF"/>
            </a:solidFill>
            <a:ln w="76200" cap="flat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9C1F2D58-A111-AB14-3F4D-04F26F0557A0}"/>
                </a:ext>
              </a:extLst>
            </p:cNvPr>
            <p:cNvSpPr/>
            <p:nvPr/>
          </p:nvSpPr>
          <p:spPr>
            <a:xfrm>
              <a:off x="12603416" y="7086822"/>
              <a:ext cx="483346" cy="482932"/>
            </a:xfrm>
            <a:prstGeom prst="ellipse">
              <a:avLst/>
            </a:prstGeom>
            <a:solidFill>
              <a:srgbClr val="FFFFFF"/>
            </a:solidFill>
            <a:ln w="76200" cap="flat">
              <a:solidFill>
                <a:schemeClr val="accent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EC2618F-C6E7-E975-9DCA-53C0837DC7A6}"/>
                </a:ext>
              </a:extLst>
            </p:cNvPr>
            <p:cNvSpPr/>
            <p:nvPr/>
          </p:nvSpPr>
          <p:spPr>
            <a:xfrm>
              <a:off x="12603416" y="7927486"/>
              <a:ext cx="483346" cy="482932"/>
            </a:xfrm>
            <a:prstGeom prst="ellipse">
              <a:avLst/>
            </a:prstGeom>
            <a:solidFill>
              <a:srgbClr val="FFFFFF"/>
            </a:solidFill>
            <a:ln w="76200" cap="flat">
              <a:solidFill>
                <a:schemeClr val="accent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D5ABEBB-0060-7F7A-2169-5C2FAC1F37B3}"/>
                </a:ext>
              </a:extLst>
            </p:cNvPr>
            <p:cNvSpPr/>
            <p:nvPr/>
          </p:nvSpPr>
          <p:spPr>
            <a:xfrm>
              <a:off x="12603416" y="8768146"/>
              <a:ext cx="483346" cy="482932"/>
            </a:xfrm>
            <a:prstGeom prst="ellipse">
              <a:avLst/>
            </a:prstGeom>
            <a:solidFill>
              <a:srgbClr val="FFFFFF"/>
            </a:solidFill>
            <a:ln w="76200" cap="flat">
              <a:solidFill>
                <a:schemeClr val="accent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833998F2-0A8C-47A7-24A8-55AD896325F4}"/>
                </a:ext>
              </a:extLst>
            </p:cNvPr>
            <p:cNvSpPr/>
            <p:nvPr/>
          </p:nvSpPr>
          <p:spPr>
            <a:xfrm>
              <a:off x="13838639" y="7086822"/>
              <a:ext cx="483346" cy="482932"/>
            </a:xfrm>
            <a:prstGeom prst="ellipse">
              <a:avLst/>
            </a:prstGeom>
            <a:solidFill>
              <a:srgbClr val="FFFFFF"/>
            </a:solidFill>
            <a:ln w="76200" cap="flat">
              <a:solidFill>
                <a:schemeClr val="accent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7952456-465A-8CB0-FB19-E1AA720BDD7B}"/>
                </a:ext>
              </a:extLst>
            </p:cNvPr>
            <p:cNvSpPr/>
            <p:nvPr/>
          </p:nvSpPr>
          <p:spPr>
            <a:xfrm>
              <a:off x="13838639" y="7927486"/>
              <a:ext cx="483346" cy="482932"/>
            </a:xfrm>
            <a:prstGeom prst="ellipse">
              <a:avLst/>
            </a:prstGeom>
            <a:solidFill>
              <a:srgbClr val="FFFFFF"/>
            </a:solidFill>
            <a:ln w="76200" cap="flat">
              <a:solidFill>
                <a:schemeClr val="accent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AE4A2CD-36FA-B729-AD9D-67CAC9624784}"/>
                </a:ext>
              </a:extLst>
            </p:cNvPr>
            <p:cNvSpPr/>
            <p:nvPr/>
          </p:nvSpPr>
          <p:spPr>
            <a:xfrm>
              <a:off x="13838639" y="8768146"/>
              <a:ext cx="483346" cy="482932"/>
            </a:xfrm>
            <a:prstGeom prst="ellipse">
              <a:avLst/>
            </a:prstGeom>
            <a:solidFill>
              <a:srgbClr val="FFFFFF"/>
            </a:solidFill>
            <a:ln w="76200" cap="flat">
              <a:solidFill>
                <a:schemeClr val="accent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66C821B-DF3A-F5BE-84A8-D38FB67B7B8C}"/>
                </a:ext>
              </a:extLst>
            </p:cNvPr>
            <p:cNvSpPr/>
            <p:nvPr/>
          </p:nvSpPr>
          <p:spPr>
            <a:xfrm>
              <a:off x="15073859" y="7507156"/>
              <a:ext cx="483346" cy="482932"/>
            </a:xfrm>
            <a:prstGeom prst="ellipse">
              <a:avLst/>
            </a:prstGeom>
            <a:solidFill>
              <a:srgbClr val="FFFFFF"/>
            </a:solidFill>
            <a:ln w="76200" cap="flat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67A1545-4492-91A0-0A70-DA293FEC1EA4}"/>
                </a:ext>
              </a:extLst>
            </p:cNvPr>
            <p:cNvSpPr/>
            <p:nvPr/>
          </p:nvSpPr>
          <p:spPr>
            <a:xfrm>
              <a:off x="15073859" y="8347816"/>
              <a:ext cx="483346" cy="482932"/>
            </a:xfrm>
            <a:prstGeom prst="ellipse">
              <a:avLst/>
            </a:prstGeom>
            <a:solidFill>
              <a:srgbClr val="FFFFFF"/>
            </a:solidFill>
            <a:ln w="76200" cap="flat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Right Arrow 26">
            <a:extLst>
              <a:ext uri="{FF2B5EF4-FFF2-40B4-BE49-F238E27FC236}">
                <a16:creationId xmlns:a16="http://schemas.microsoft.com/office/drawing/2014/main" id="{73242555-A9B7-BCC5-A41A-EE7190BCBD90}"/>
              </a:ext>
            </a:extLst>
          </p:cNvPr>
          <p:cNvSpPr/>
          <p:nvPr/>
        </p:nvSpPr>
        <p:spPr>
          <a:xfrm>
            <a:off x="8281803" y="1806886"/>
            <a:ext cx="584753" cy="753905"/>
          </a:xfrm>
          <a:prstGeom prst="rightArrow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100000">
                <a:schemeClr val="tx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D64334E-C228-4BF4-A96B-1FA9FC4FDCC2}"/>
              </a:ext>
            </a:extLst>
          </p:cNvPr>
          <p:cNvGrpSpPr/>
          <p:nvPr/>
        </p:nvGrpSpPr>
        <p:grpSpPr>
          <a:xfrm>
            <a:off x="5410029" y="2850467"/>
            <a:ext cx="6350000" cy="3600118"/>
            <a:chOff x="5410029" y="2850467"/>
            <a:chExt cx="6350000" cy="3600118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DE74FF3-4E6B-7EEC-FCF0-50309DA01867}"/>
                </a:ext>
              </a:extLst>
            </p:cNvPr>
            <p:cNvSpPr txBox="1"/>
            <p:nvPr/>
          </p:nvSpPr>
          <p:spPr>
            <a:xfrm>
              <a:off x="5555495" y="3341370"/>
              <a:ext cx="454060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ML-CMD Model Training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F82FC275-FCFB-1AAD-CDA4-6B0B58F3209C}"/>
                </a:ext>
              </a:extLst>
            </p:cNvPr>
            <p:cNvSpPr/>
            <p:nvPr/>
          </p:nvSpPr>
          <p:spPr>
            <a:xfrm>
              <a:off x="5410029" y="3284221"/>
              <a:ext cx="6350000" cy="3166364"/>
            </a:xfrm>
            <a:prstGeom prst="roundRect">
              <a:avLst>
                <a:gd name="adj" fmla="val 3153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ight Arrow 27">
              <a:extLst>
                <a:ext uri="{FF2B5EF4-FFF2-40B4-BE49-F238E27FC236}">
                  <a16:creationId xmlns:a16="http://schemas.microsoft.com/office/drawing/2014/main" id="{74607FEF-2405-9662-3184-34EBD93C3F84}"/>
                </a:ext>
              </a:extLst>
            </p:cNvPr>
            <p:cNvSpPr/>
            <p:nvPr/>
          </p:nvSpPr>
          <p:spPr>
            <a:xfrm rot="5400000">
              <a:off x="10467442" y="2765891"/>
              <a:ext cx="584753" cy="753905"/>
            </a:xfrm>
            <a:prstGeom prst="rightArrow">
              <a:avLst/>
            </a:prstGeom>
            <a:gradFill flip="none" rotWithShape="1">
              <a:gsLst>
                <a:gs pos="0">
                  <a:schemeClr val="tx2">
                    <a:lumMod val="25000"/>
                    <a:lumOff val="75000"/>
                  </a:schemeClr>
                </a:gs>
                <a:gs pos="100000">
                  <a:schemeClr val="tx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B9439A3-9418-0DA8-A477-97FE44A0D8E3}"/>
              </a:ext>
            </a:extLst>
          </p:cNvPr>
          <p:cNvGrpSpPr/>
          <p:nvPr/>
        </p:nvGrpSpPr>
        <p:grpSpPr>
          <a:xfrm>
            <a:off x="567884" y="3970020"/>
            <a:ext cx="4752585" cy="2388052"/>
            <a:chOff x="567884" y="3970020"/>
            <a:chExt cx="4752585" cy="2388052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FD33294-9DAF-8C7D-9A64-9D4071E9A516}"/>
                </a:ext>
              </a:extLst>
            </p:cNvPr>
            <p:cNvGrpSpPr/>
            <p:nvPr/>
          </p:nvGrpSpPr>
          <p:grpSpPr>
            <a:xfrm>
              <a:off x="567884" y="3970020"/>
              <a:ext cx="4327966" cy="2388052"/>
              <a:chOff x="10222707" y="3508921"/>
              <a:chExt cx="4327966" cy="2388052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93177A2F-B370-5B15-ECFF-282A444B57A3}"/>
                  </a:ext>
                </a:extLst>
              </p:cNvPr>
              <p:cNvGrpSpPr/>
              <p:nvPr/>
            </p:nvGrpSpPr>
            <p:grpSpPr>
              <a:xfrm>
                <a:off x="10222707" y="3508921"/>
                <a:ext cx="4327966" cy="2388052"/>
                <a:chOff x="1426846" y="2619246"/>
                <a:chExt cx="6871849" cy="2669332"/>
              </a:xfrm>
            </p:grpSpPr>
            <p:sp>
              <p:nvSpPr>
                <p:cNvPr id="108" name="Freeform 107">
                  <a:extLst>
                    <a:ext uri="{FF2B5EF4-FFF2-40B4-BE49-F238E27FC236}">
                      <a16:creationId xmlns:a16="http://schemas.microsoft.com/office/drawing/2014/main" id="{F6B58798-6300-2DF1-DA1C-1D981852A437}"/>
                    </a:ext>
                  </a:extLst>
                </p:cNvPr>
                <p:cNvSpPr/>
                <p:nvPr/>
              </p:nvSpPr>
              <p:spPr>
                <a:xfrm>
                  <a:off x="1457841" y="2637249"/>
                  <a:ext cx="6840854" cy="2638629"/>
                </a:xfrm>
                <a:custGeom>
                  <a:avLst/>
                  <a:gdLst>
                    <a:gd name="csX0" fmla="*/ 0 w 6840854"/>
                    <a:gd name="csY0" fmla="*/ 2638917 h 2638629"/>
                    <a:gd name="csX1" fmla="*/ 0 w 6840854"/>
                    <a:gd name="csY1" fmla="*/ 2621330 h 2638629"/>
                    <a:gd name="csX2" fmla="*/ 6848 w 6840854"/>
                    <a:gd name="csY2" fmla="*/ 2620245 h 2638629"/>
                    <a:gd name="csX3" fmla="*/ 13695 w 6840854"/>
                    <a:gd name="csY3" fmla="*/ 2619101 h 2638629"/>
                    <a:gd name="csX4" fmla="*/ 20543 w 6840854"/>
                    <a:gd name="csY4" fmla="*/ 2617895 h 2638629"/>
                    <a:gd name="csX5" fmla="*/ 27391 w 6840854"/>
                    <a:gd name="csY5" fmla="*/ 2616625 h 2638629"/>
                    <a:gd name="csX6" fmla="*/ 34239 w 6840854"/>
                    <a:gd name="csY6" fmla="*/ 2615288 h 2638629"/>
                    <a:gd name="csX7" fmla="*/ 41086 w 6840854"/>
                    <a:gd name="csY7" fmla="*/ 2613881 h 2638629"/>
                    <a:gd name="csX8" fmla="*/ 47934 w 6840854"/>
                    <a:gd name="csY8" fmla="*/ 2612400 h 2638629"/>
                    <a:gd name="csX9" fmla="*/ 54782 w 6840854"/>
                    <a:gd name="csY9" fmla="*/ 2610843 h 2638629"/>
                    <a:gd name="csX10" fmla="*/ 61629 w 6840854"/>
                    <a:gd name="csY10" fmla="*/ 2609207 h 2638629"/>
                    <a:gd name="csX11" fmla="*/ 68477 w 6840854"/>
                    <a:gd name="csY11" fmla="*/ 2607488 h 2638629"/>
                    <a:gd name="csX12" fmla="*/ 75325 w 6840854"/>
                    <a:gd name="csY12" fmla="*/ 2605682 h 2638629"/>
                    <a:gd name="csX13" fmla="*/ 82172 w 6840854"/>
                    <a:gd name="csY13" fmla="*/ 2603787 h 2638629"/>
                    <a:gd name="csX14" fmla="*/ 89020 w 6840854"/>
                    <a:gd name="csY14" fmla="*/ 2601799 h 2638629"/>
                    <a:gd name="csX15" fmla="*/ 95868 w 6840854"/>
                    <a:gd name="csY15" fmla="*/ 2599714 h 2638629"/>
                    <a:gd name="csX16" fmla="*/ 102716 w 6840854"/>
                    <a:gd name="csY16" fmla="*/ 2597529 h 2638629"/>
                    <a:gd name="csX17" fmla="*/ 109563 w 6840854"/>
                    <a:gd name="csY17" fmla="*/ 2595239 h 2638629"/>
                    <a:gd name="csX18" fmla="*/ 116411 w 6840854"/>
                    <a:gd name="csY18" fmla="*/ 2592841 h 2638629"/>
                    <a:gd name="csX19" fmla="*/ 123259 w 6840854"/>
                    <a:gd name="csY19" fmla="*/ 2590331 h 2638629"/>
                    <a:gd name="csX20" fmla="*/ 130106 w 6840854"/>
                    <a:gd name="csY20" fmla="*/ 2587704 h 2638629"/>
                    <a:gd name="csX21" fmla="*/ 136954 w 6840854"/>
                    <a:gd name="csY21" fmla="*/ 2584958 h 2638629"/>
                    <a:gd name="csX22" fmla="*/ 143802 w 6840854"/>
                    <a:gd name="csY22" fmla="*/ 2582087 h 2638629"/>
                    <a:gd name="csX23" fmla="*/ 150649 w 6840854"/>
                    <a:gd name="csY23" fmla="*/ 2579087 h 2638629"/>
                    <a:gd name="csX24" fmla="*/ 157497 w 6840854"/>
                    <a:gd name="csY24" fmla="*/ 2575953 h 2638629"/>
                    <a:gd name="csX25" fmla="*/ 164345 w 6840854"/>
                    <a:gd name="csY25" fmla="*/ 2572683 h 2638629"/>
                    <a:gd name="csX26" fmla="*/ 171193 w 6840854"/>
                    <a:gd name="csY26" fmla="*/ 2569270 h 2638629"/>
                    <a:gd name="csX27" fmla="*/ 178040 w 6840854"/>
                    <a:gd name="csY27" fmla="*/ 2565711 h 2638629"/>
                    <a:gd name="csX28" fmla="*/ 184888 w 6840854"/>
                    <a:gd name="csY28" fmla="*/ 2562001 h 2638629"/>
                    <a:gd name="csX29" fmla="*/ 191736 w 6840854"/>
                    <a:gd name="csY29" fmla="*/ 2558135 h 2638629"/>
                    <a:gd name="csX30" fmla="*/ 198583 w 6840854"/>
                    <a:gd name="csY30" fmla="*/ 2554109 h 2638629"/>
                    <a:gd name="csX31" fmla="*/ 205431 w 6840854"/>
                    <a:gd name="csY31" fmla="*/ 2549918 h 2638629"/>
                    <a:gd name="csX32" fmla="*/ 212279 w 6840854"/>
                    <a:gd name="csY32" fmla="*/ 2545557 h 2638629"/>
                    <a:gd name="csX33" fmla="*/ 219126 w 6840854"/>
                    <a:gd name="csY33" fmla="*/ 2541021 h 2638629"/>
                    <a:gd name="csX34" fmla="*/ 225974 w 6840854"/>
                    <a:gd name="csY34" fmla="*/ 2536307 h 2638629"/>
                    <a:gd name="csX35" fmla="*/ 232822 w 6840854"/>
                    <a:gd name="csY35" fmla="*/ 2531409 h 2638629"/>
                    <a:gd name="csX36" fmla="*/ 239670 w 6840854"/>
                    <a:gd name="csY36" fmla="*/ 2526322 h 2638629"/>
                    <a:gd name="csX37" fmla="*/ 246517 w 6840854"/>
                    <a:gd name="csY37" fmla="*/ 2521041 h 2638629"/>
                    <a:gd name="csX38" fmla="*/ 253365 w 6840854"/>
                    <a:gd name="csY38" fmla="*/ 2515562 h 2638629"/>
                    <a:gd name="csX39" fmla="*/ 260213 w 6840854"/>
                    <a:gd name="csY39" fmla="*/ 2509881 h 2638629"/>
                    <a:gd name="csX40" fmla="*/ 267060 w 6840854"/>
                    <a:gd name="csY40" fmla="*/ 2503991 h 2638629"/>
                    <a:gd name="csX41" fmla="*/ 273908 w 6840854"/>
                    <a:gd name="csY41" fmla="*/ 2497890 h 2638629"/>
                    <a:gd name="csX42" fmla="*/ 280756 w 6840854"/>
                    <a:gd name="csY42" fmla="*/ 2491572 h 2638629"/>
                    <a:gd name="csX43" fmla="*/ 287604 w 6840854"/>
                    <a:gd name="csY43" fmla="*/ 2485032 h 2638629"/>
                    <a:gd name="csX44" fmla="*/ 294451 w 6840854"/>
                    <a:gd name="csY44" fmla="*/ 2478266 h 2638629"/>
                    <a:gd name="csX45" fmla="*/ 301299 w 6840854"/>
                    <a:gd name="csY45" fmla="*/ 2471270 h 2638629"/>
                    <a:gd name="csX46" fmla="*/ 308147 w 6840854"/>
                    <a:gd name="csY46" fmla="*/ 2464040 h 2638629"/>
                    <a:gd name="csX47" fmla="*/ 314994 w 6840854"/>
                    <a:gd name="csY47" fmla="*/ 2456571 h 2638629"/>
                    <a:gd name="csX48" fmla="*/ 321842 w 6840854"/>
                    <a:gd name="csY48" fmla="*/ 2448859 h 2638629"/>
                    <a:gd name="csX49" fmla="*/ 328690 w 6840854"/>
                    <a:gd name="csY49" fmla="*/ 2440900 h 2638629"/>
                    <a:gd name="csX50" fmla="*/ 335537 w 6840854"/>
                    <a:gd name="csY50" fmla="*/ 2432691 h 2638629"/>
                    <a:gd name="csX51" fmla="*/ 342385 w 6840854"/>
                    <a:gd name="csY51" fmla="*/ 2424228 h 2638629"/>
                    <a:gd name="csX52" fmla="*/ 349233 w 6840854"/>
                    <a:gd name="csY52" fmla="*/ 2415506 h 2638629"/>
                    <a:gd name="csX53" fmla="*/ 356081 w 6840854"/>
                    <a:gd name="csY53" fmla="*/ 2406524 h 2638629"/>
                    <a:gd name="csX54" fmla="*/ 362928 w 6840854"/>
                    <a:gd name="csY54" fmla="*/ 2397277 h 2638629"/>
                    <a:gd name="csX55" fmla="*/ 369776 w 6840854"/>
                    <a:gd name="csY55" fmla="*/ 2387763 h 2638629"/>
                    <a:gd name="csX56" fmla="*/ 376624 w 6840854"/>
                    <a:gd name="csY56" fmla="*/ 2377979 h 2638629"/>
                    <a:gd name="csX57" fmla="*/ 383471 w 6840854"/>
                    <a:gd name="csY57" fmla="*/ 2367923 h 2638629"/>
                    <a:gd name="csX58" fmla="*/ 390319 w 6840854"/>
                    <a:gd name="csY58" fmla="*/ 2357591 h 2638629"/>
                    <a:gd name="csX59" fmla="*/ 397167 w 6840854"/>
                    <a:gd name="csY59" fmla="*/ 2346983 h 2638629"/>
                    <a:gd name="csX60" fmla="*/ 404014 w 6840854"/>
                    <a:gd name="csY60" fmla="*/ 2336096 h 2638629"/>
                    <a:gd name="csX61" fmla="*/ 410862 w 6840854"/>
                    <a:gd name="csY61" fmla="*/ 2324930 h 2638629"/>
                    <a:gd name="csX62" fmla="*/ 417710 w 6840854"/>
                    <a:gd name="csY62" fmla="*/ 2313481 h 2638629"/>
                    <a:gd name="csX63" fmla="*/ 424558 w 6840854"/>
                    <a:gd name="csY63" fmla="*/ 2301751 h 2638629"/>
                    <a:gd name="csX64" fmla="*/ 431405 w 6840854"/>
                    <a:gd name="csY64" fmla="*/ 2289738 h 2638629"/>
                    <a:gd name="csX65" fmla="*/ 438253 w 6840854"/>
                    <a:gd name="csY65" fmla="*/ 2277441 h 2638629"/>
                    <a:gd name="csX66" fmla="*/ 445101 w 6840854"/>
                    <a:gd name="csY66" fmla="*/ 2264862 h 2638629"/>
                    <a:gd name="csX67" fmla="*/ 451948 w 6840854"/>
                    <a:gd name="csY67" fmla="*/ 2252000 h 2638629"/>
                    <a:gd name="csX68" fmla="*/ 458796 w 6840854"/>
                    <a:gd name="csY68" fmla="*/ 2238856 h 2638629"/>
                    <a:gd name="csX69" fmla="*/ 465644 w 6840854"/>
                    <a:gd name="csY69" fmla="*/ 2225431 h 2638629"/>
                    <a:gd name="csX70" fmla="*/ 472491 w 6840854"/>
                    <a:gd name="csY70" fmla="*/ 2211727 h 2638629"/>
                    <a:gd name="csX71" fmla="*/ 479339 w 6840854"/>
                    <a:gd name="csY71" fmla="*/ 2197746 h 2638629"/>
                    <a:gd name="csX72" fmla="*/ 486187 w 6840854"/>
                    <a:gd name="csY72" fmla="*/ 2183490 h 2638629"/>
                    <a:gd name="csX73" fmla="*/ 493035 w 6840854"/>
                    <a:gd name="csY73" fmla="*/ 2168961 h 2638629"/>
                    <a:gd name="csX74" fmla="*/ 499882 w 6840854"/>
                    <a:gd name="csY74" fmla="*/ 2154163 h 2638629"/>
                    <a:gd name="csX75" fmla="*/ 506730 w 6840854"/>
                    <a:gd name="csY75" fmla="*/ 2139100 h 2638629"/>
                    <a:gd name="csX76" fmla="*/ 513578 w 6840854"/>
                    <a:gd name="csY76" fmla="*/ 2123775 h 2638629"/>
                    <a:gd name="csX77" fmla="*/ 520425 w 6840854"/>
                    <a:gd name="csY77" fmla="*/ 2108193 h 2638629"/>
                    <a:gd name="csX78" fmla="*/ 527273 w 6840854"/>
                    <a:gd name="csY78" fmla="*/ 2092359 h 2638629"/>
                    <a:gd name="csX79" fmla="*/ 534121 w 6840854"/>
                    <a:gd name="csY79" fmla="*/ 2076278 h 2638629"/>
                    <a:gd name="csX80" fmla="*/ 540969 w 6840854"/>
                    <a:gd name="csY80" fmla="*/ 2059955 h 2638629"/>
                    <a:gd name="csX81" fmla="*/ 547816 w 6840854"/>
                    <a:gd name="csY81" fmla="*/ 2043398 h 2638629"/>
                    <a:gd name="csX82" fmla="*/ 554664 w 6840854"/>
                    <a:gd name="csY82" fmla="*/ 2026613 h 2638629"/>
                    <a:gd name="csX83" fmla="*/ 561512 w 6840854"/>
                    <a:gd name="csY83" fmla="*/ 2009608 h 2638629"/>
                    <a:gd name="csX84" fmla="*/ 568359 w 6840854"/>
                    <a:gd name="csY84" fmla="*/ 1992389 h 2638629"/>
                    <a:gd name="csX85" fmla="*/ 575207 w 6840854"/>
                    <a:gd name="csY85" fmla="*/ 1974965 h 2638629"/>
                    <a:gd name="csX86" fmla="*/ 582055 w 6840854"/>
                    <a:gd name="csY86" fmla="*/ 1957345 h 2638629"/>
                    <a:gd name="csX87" fmla="*/ 588902 w 6840854"/>
                    <a:gd name="csY87" fmla="*/ 1939537 h 2638629"/>
                    <a:gd name="csX88" fmla="*/ 595750 w 6840854"/>
                    <a:gd name="csY88" fmla="*/ 1921552 h 2638629"/>
                    <a:gd name="csX89" fmla="*/ 602598 w 6840854"/>
                    <a:gd name="csY89" fmla="*/ 1903399 h 2638629"/>
                    <a:gd name="csX90" fmla="*/ 609446 w 6840854"/>
                    <a:gd name="csY90" fmla="*/ 1885089 h 2638629"/>
                    <a:gd name="csX91" fmla="*/ 616293 w 6840854"/>
                    <a:gd name="csY91" fmla="*/ 1866633 h 2638629"/>
                    <a:gd name="csX92" fmla="*/ 623141 w 6840854"/>
                    <a:gd name="csY92" fmla="*/ 1848042 h 2638629"/>
                    <a:gd name="csX93" fmla="*/ 629989 w 6840854"/>
                    <a:gd name="csY93" fmla="*/ 1829328 h 2638629"/>
                    <a:gd name="csX94" fmla="*/ 636836 w 6840854"/>
                    <a:gd name="csY94" fmla="*/ 1810503 h 2638629"/>
                    <a:gd name="csX95" fmla="*/ 643684 w 6840854"/>
                    <a:gd name="csY95" fmla="*/ 1791581 h 2638629"/>
                    <a:gd name="csX96" fmla="*/ 650532 w 6840854"/>
                    <a:gd name="csY96" fmla="*/ 1772573 h 2638629"/>
                    <a:gd name="csX97" fmla="*/ 657379 w 6840854"/>
                    <a:gd name="csY97" fmla="*/ 1753494 h 2638629"/>
                    <a:gd name="csX98" fmla="*/ 664227 w 6840854"/>
                    <a:gd name="csY98" fmla="*/ 1734357 h 2638629"/>
                    <a:gd name="csX99" fmla="*/ 671075 w 6840854"/>
                    <a:gd name="csY99" fmla="*/ 1715177 h 2638629"/>
                    <a:gd name="csX100" fmla="*/ 677923 w 6840854"/>
                    <a:gd name="csY100" fmla="*/ 1695969 h 2638629"/>
                    <a:gd name="csX101" fmla="*/ 684770 w 6840854"/>
                    <a:gd name="csY101" fmla="*/ 1676746 h 2638629"/>
                    <a:gd name="csX102" fmla="*/ 691618 w 6840854"/>
                    <a:gd name="csY102" fmla="*/ 1657526 h 2638629"/>
                    <a:gd name="csX103" fmla="*/ 698466 w 6840854"/>
                    <a:gd name="csY103" fmla="*/ 1638322 h 2638629"/>
                    <a:gd name="csX104" fmla="*/ 705313 w 6840854"/>
                    <a:gd name="csY104" fmla="*/ 1619151 h 2638629"/>
                    <a:gd name="csX105" fmla="*/ 712161 w 6840854"/>
                    <a:gd name="csY105" fmla="*/ 1600030 h 2638629"/>
                    <a:gd name="csX106" fmla="*/ 719009 w 6840854"/>
                    <a:gd name="csY106" fmla="*/ 1580974 h 2638629"/>
                    <a:gd name="csX107" fmla="*/ 725857 w 6840854"/>
                    <a:gd name="csY107" fmla="*/ 1562001 h 2638629"/>
                    <a:gd name="csX108" fmla="*/ 732704 w 6840854"/>
                    <a:gd name="csY108" fmla="*/ 1543126 h 2638629"/>
                    <a:gd name="csX109" fmla="*/ 739552 w 6840854"/>
                    <a:gd name="csY109" fmla="*/ 1524367 h 2638629"/>
                    <a:gd name="csX110" fmla="*/ 746400 w 6840854"/>
                    <a:gd name="csY110" fmla="*/ 1505742 h 2638629"/>
                    <a:gd name="csX111" fmla="*/ 753247 w 6840854"/>
                    <a:gd name="csY111" fmla="*/ 1487267 h 2638629"/>
                    <a:gd name="csX112" fmla="*/ 760095 w 6840854"/>
                    <a:gd name="csY112" fmla="*/ 1468959 h 2638629"/>
                    <a:gd name="csX113" fmla="*/ 766943 w 6840854"/>
                    <a:gd name="csY113" fmla="*/ 1450837 h 2638629"/>
                    <a:gd name="csX114" fmla="*/ 773790 w 6840854"/>
                    <a:gd name="csY114" fmla="*/ 1432918 h 2638629"/>
                    <a:gd name="csX115" fmla="*/ 780638 w 6840854"/>
                    <a:gd name="csY115" fmla="*/ 1415219 h 2638629"/>
                    <a:gd name="csX116" fmla="*/ 787486 w 6840854"/>
                    <a:gd name="csY116" fmla="*/ 1397758 h 2638629"/>
                    <a:gd name="csX117" fmla="*/ 794334 w 6840854"/>
                    <a:gd name="csY117" fmla="*/ 1380552 h 2638629"/>
                    <a:gd name="csX118" fmla="*/ 801181 w 6840854"/>
                    <a:gd name="csY118" fmla="*/ 1363619 h 2638629"/>
                    <a:gd name="csX119" fmla="*/ 808029 w 6840854"/>
                    <a:gd name="csY119" fmla="*/ 1346976 h 2638629"/>
                    <a:gd name="csX120" fmla="*/ 814877 w 6840854"/>
                    <a:gd name="csY120" fmla="*/ 1330640 h 2638629"/>
                    <a:gd name="csX121" fmla="*/ 821724 w 6840854"/>
                    <a:gd name="csY121" fmla="*/ 1314629 h 2638629"/>
                    <a:gd name="csX122" fmla="*/ 828572 w 6840854"/>
                    <a:gd name="csY122" fmla="*/ 1298958 h 2638629"/>
                    <a:gd name="csX123" fmla="*/ 835420 w 6840854"/>
                    <a:gd name="csY123" fmla="*/ 1283646 h 2638629"/>
                    <a:gd name="csX124" fmla="*/ 842267 w 6840854"/>
                    <a:gd name="csY124" fmla="*/ 1268708 h 2638629"/>
                    <a:gd name="csX125" fmla="*/ 849115 w 6840854"/>
                    <a:gd name="csY125" fmla="*/ 1254160 h 2638629"/>
                    <a:gd name="csX126" fmla="*/ 855963 w 6840854"/>
                    <a:gd name="csY126" fmla="*/ 1240019 h 2638629"/>
                    <a:gd name="csX127" fmla="*/ 862811 w 6840854"/>
                    <a:gd name="csY127" fmla="*/ 1226300 h 2638629"/>
                    <a:gd name="csX128" fmla="*/ 869658 w 6840854"/>
                    <a:gd name="csY128" fmla="*/ 1213017 h 2638629"/>
                    <a:gd name="csX129" fmla="*/ 876506 w 6840854"/>
                    <a:gd name="csY129" fmla="*/ 1200187 h 2638629"/>
                    <a:gd name="csX130" fmla="*/ 883354 w 6840854"/>
                    <a:gd name="csY130" fmla="*/ 1187823 h 2638629"/>
                    <a:gd name="csX131" fmla="*/ 890201 w 6840854"/>
                    <a:gd name="csY131" fmla="*/ 1175939 h 2638629"/>
                    <a:gd name="csX132" fmla="*/ 897049 w 6840854"/>
                    <a:gd name="csY132" fmla="*/ 1164548 h 2638629"/>
                    <a:gd name="csX133" fmla="*/ 903897 w 6840854"/>
                    <a:gd name="csY133" fmla="*/ 1153665 h 2638629"/>
                    <a:gd name="csX134" fmla="*/ 910745 w 6840854"/>
                    <a:gd name="csY134" fmla="*/ 1143301 h 2638629"/>
                    <a:gd name="csX135" fmla="*/ 917592 w 6840854"/>
                    <a:gd name="csY135" fmla="*/ 1133468 h 2638629"/>
                    <a:gd name="csX136" fmla="*/ 924440 w 6840854"/>
                    <a:gd name="csY136" fmla="*/ 1124177 h 2638629"/>
                    <a:gd name="csX137" fmla="*/ 931288 w 6840854"/>
                    <a:gd name="csY137" fmla="*/ 1115440 h 2638629"/>
                    <a:gd name="csX138" fmla="*/ 938135 w 6840854"/>
                    <a:gd name="csY138" fmla="*/ 1107266 h 2638629"/>
                    <a:gd name="csX139" fmla="*/ 944983 w 6840854"/>
                    <a:gd name="csY139" fmla="*/ 1099666 h 2638629"/>
                    <a:gd name="csX140" fmla="*/ 951831 w 6840854"/>
                    <a:gd name="csY140" fmla="*/ 1092648 h 2638629"/>
                    <a:gd name="csX141" fmla="*/ 958678 w 6840854"/>
                    <a:gd name="csY141" fmla="*/ 1086220 h 2638629"/>
                    <a:gd name="csX142" fmla="*/ 965526 w 6840854"/>
                    <a:gd name="csY142" fmla="*/ 1080391 h 2638629"/>
                    <a:gd name="csX143" fmla="*/ 972374 w 6840854"/>
                    <a:gd name="csY143" fmla="*/ 1075166 h 2638629"/>
                    <a:gd name="csX144" fmla="*/ 979222 w 6840854"/>
                    <a:gd name="csY144" fmla="*/ 1070553 h 2638629"/>
                    <a:gd name="csX145" fmla="*/ 986069 w 6840854"/>
                    <a:gd name="csY145" fmla="*/ 1066556 h 2638629"/>
                    <a:gd name="csX146" fmla="*/ 992917 w 6840854"/>
                    <a:gd name="csY146" fmla="*/ 1063181 h 2638629"/>
                    <a:gd name="csX147" fmla="*/ 999765 w 6840854"/>
                    <a:gd name="csY147" fmla="*/ 1060431 h 2638629"/>
                    <a:gd name="csX148" fmla="*/ 1006612 w 6840854"/>
                    <a:gd name="csY148" fmla="*/ 1058310 h 2638629"/>
                    <a:gd name="csX149" fmla="*/ 1013460 w 6840854"/>
                    <a:gd name="csY149" fmla="*/ 1056821 h 2638629"/>
                    <a:gd name="csX150" fmla="*/ 1020308 w 6840854"/>
                    <a:gd name="csY150" fmla="*/ 1055964 h 2638629"/>
                    <a:gd name="csX151" fmla="*/ 1027155 w 6840854"/>
                    <a:gd name="csY151" fmla="*/ 1055742 h 2638629"/>
                    <a:gd name="csX152" fmla="*/ 1034003 w 6840854"/>
                    <a:gd name="csY152" fmla="*/ 1056155 h 2638629"/>
                    <a:gd name="csX153" fmla="*/ 1040851 w 6840854"/>
                    <a:gd name="csY153" fmla="*/ 1057201 h 2638629"/>
                    <a:gd name="csX154" fmla="*/ 1047699 w 6840854"/>
                    <a:gd name="csY154" fmla="*/ 1058880 h 2638629"/>
                    <a:gd name="csX155" fmla="*/ 1054546 w 6840854"/>
                    <a:gd name="csY155" fmla="*/ 1061190 h 2638629"/>
                    <a:gd name="csX156" fmla="*/ 1061394 w 6840854"/>
                    <a:gd name="csY156" fmla="*/ 1064128 h 2638629"/>
                    <a:gd name="csX157" fmla="*/ 1068242 w 6840854"/>
                    <a:gd name="csY157" fmla="*/ 1067690 h 2638629"/>
                    <a:gd name="csX158" fmla="*/ 1075089 w 6840854"/>
                    <a:gd name="csY158" fmla="*/ 1071872 h 2638629"/>
                    <a:gd name="csX159" fmla="*/ 1081937 w 6840854"/>
                    <a:gd name="csY159" fmla="*/ 1076669 h 2638629"/>
                    <a:gd name="csX160" fmla="*/ 1088785 w 6840854"/>
                    <a:gd name="csY160" fmla="*/ 1082076 h 2638629"/>
                    <a:gd name="csX161" fmla="*/ 1095632 w 6840854"/>
                    <a:gd name="csY161" fmla="*/ 1088086 h 2638629"/>
                    <a:gd name="csX162" fmla="*/ 1102480 w 6840854"/>
                    <a:gd name="csY162" fmla="*/ 1094692 h 2638629"/>
                    <a:gd name="csX163" fmla="*/ 1109328 w 6840854"/>
                    <a:gd name="csY163" fmla="*/ 1101886 h 2638629"/>
                    <a:gd name="csX164" fmla="*/ 1116176 w 6840854"/>
                    <a:gd name="csY164" fmla="*/ 1109659 h 2638629"/>
                    <a:gd name="csX165" fmla="*/ 1123023 w 6840854"/>
                    <a:gd name="csY165" fmla="*/ 1118002 h 2638629"/>
                    <a:gd name="csX166" fmla="*/ 1129871 w 6840854"/>
                    <a:gd name="csY166" fmla="*/ 1126907 h 2638629"/>
                    <a:gd name="csX167" fmla="*/ 1136719 w 6840854"/>
                    <a:gd name="csY167" fmla="*/ 1136361 h 2638629"/>
                    <a:gd name="csX168" fmla="*/ 1143566 w 6840854"/>
                    <a:gd name="csY168" fmla="*/ 1146355 h 2638629"/>
                    <a:gd name="csX169" fmla="*/ 1150414 w 6840854"/>
                    <a:gd name="csY169" fmla="*/ 1156876 h 2638629"/>
                    <a:gd name="csX170" fmla="*/ 1157262 w 6840854"/>
                    <a:gd name="csY170" fmla="*/ 1167913 h 2638629"/>
                    <a:gd name="csX171" fmla="*/ 1164109 w 6840854"/>
                    <a:gd name="csY171" fmla="*/ 1179453 h 2638629"/>
                    <a:gd name="csX172" fmla="*/ 1170957 w 6840854"/>
                    <a:gd name="csY172" fmla="*/ 1191482 h 2638629"/>
                    <a:gd name="csX173" fmla="*/ 1177805 w 6840854"/>
                    <a:gd name="csY173" fmla="*/ 1203988 h 2638629"/>
                    <a:gd name="csX174" fmla="*/ 1184653 w 6840854"/>
                    <a:gd name="csY174" fmla="*/ 1216955 h 2638629"/>
                    <a:gd name="csX175" fmla="*/ 1191500 w 6840854"/>
                    <a:gd name="csY175" fmla="*/ 1230370 h 2638629"/>
                    <a:gd name="csX176" fmla="*/ 1198348 w 6840854"/>
                    <a:gd name="csY176" fmla="*/ 1244218 h 2638629"/>
                    <a:gd name="csX177" fmla="*/ 1205196 w 6840854"/>
                    <a:gd name="csY177" fmla="*/ 1258483 h 2638629"/>
                    <a:gd name="csX178" fmla="*/ 1212043 w 6840854"/>
                    <a:gd name="csY178" fmla="*/ 1273149 h 2638629"/>
                    <a:gd name="csX179" fmla="*/ 1218891 w 6840854"/>
                    <a:gd name="csY179" fmla="*/ 1288201 h 2638629"/>
                    <a:gd name="csX180" fmla="*/ 1225739 w 6840854"/>
                    <a:gd name="csY180" fmla="*/ 1303623 h 2638629"/>
                    <a:gd name="csX181" fmla="*/ 1232587 w 6840854"/>
                    <a:gd name="csY181" fmla="*/ 1319397 h 2638629"/>
                    <a:gd name="csX182" fmla="*/ 1239434 w 6840854"/>
                    <a:gd name="csY182" fmla="*/ 1335508 h 2638629"/>
                    <a:gd name="csX183" fmla="*/ 1246282 w 6840854"/>
                    <a:gd name="csY183" fmla="*/ 1351938 h 2638629"/>
                    <a:gd name="csX184" fmla="*/ 1253130 w 6840854"/>
                    <a:gd name="csY184" fmla="*/ 1368669 h 2638629"/>
                    <a:gd name="csX185" fmla="*/ 1259977 w 6840854"/>
                    <a:gd name="csY185" fmla="*/ 1385686 h 2638629"/>
                    <a:gd name="csX186" fmla="*/ 1266825 w 6840854"/>
                    <a:gd name="csY186" fmla="*/ 1402970 h 2638629"/>
                    <a:gd name="csX187" fmla="*/ 1273673 w 6840854"/>
                    <a:gd name="csY187" fmla="*/ 1420505 h 2638629"/>
                    <a:gd name="csX188" fmla="*/ 1280521 w 6840854"/>
                    <a:gd name="csY188" fmla="*/ 1438272 h 2638629"/>
                    <a:gd name="csX189" fmla="*/ 1287368 w 6840854"/>
                    <a:gd name="csY189" fmla="*/ 1456254 h 2638629"/>
                    <a:gd name="csX190" fmla="*/ 1294216 w 6840854"/>
                    <a:gd name="csY190" fmla="*/ 1474433 h 2638629"/>
                    <a:gd name="csX191" fmla="*/ 1301064 w 6840854"/>
                    <a:gd name="csY191" fmla="*/ 1492792 h 2638629"/>
                    <a:gd name="csX192" fmla="*/ 1307911 w 6840854"/>
                    <a:gd name="csY192" fmla="*/ 1511314 h 2638629"/>
                    <a:gd name="csX193" fmla="*/ 1314759 w 6840854"/>
                    <a:gd name="csY193" fmla="*/ 1529982 h 2638629"/>
                    <a:gd name="csX194" fmla="*/ 1321607 w 6840854"/>
                    <a:gd name="csY194" fmla="*/ 1548777 h 2638629"/>
                    <a:gd name="csX195" fmla="*/ 1328454 w 6840854"/>
                    <a:gd name="csY195" fmla="*/ 1567683 h 2638629"/>
                    <a:gd name="csX196" fmla="*/ 1335302 w 6840854"/>
                    <a:gd name="csY196" fmla="*/ 1586683 h 2638629"/>
                    <a:gd name="csX197" fmla="*/ 1342150 w 6840854"/>
                    <a:gd name="csY197" fmla="*/ 1605760 h 2638629"/>
                    <a:gd name="csX198" fmla="*/ 1348998 w 6840854"/>
                    <a:gd name="csY198" fmla="*/ 1624898 h 2638629"/>
                    <a:gd name="csX199" fmla="*/ 1355845 w 6840854"/>
                    <a:gd name="csY199" fmla="*/ 1644080 h 2638629"/>
                    <a:gd name="csX200" fmla="*/ 1362693 w 6840854"/>
                    <a:gd name="csY200" fmla="*/ 1663291 h 2638629"/>
                    <a:gd name="csX201" fmla="*/ 1369541 w 6840854"/>
                    <a:gd name="csY201" fmla="*/ 1682514 h 2638629"/>
                    <a:gd name="csX202" fmla="*/ 1376388 w 6840854"/>
                    <a:gd name="csY202" fmla="*/ 1701733 h 2638629"/>
                    <a:gd name="csX203" fmla="*/ 1383236 w 6840854"/>
                    <a:gd name="csY203" fmla="*/ 1720935 h 2638629"/>
                    <a:gd name="csX204" fmla="*/ 1390084 w 6840854"/>
                    <a:gd name="csY204" fmla="*/ 1740103 h 2638629"/>
                    <a:gd name="csX205" fmla="*/ 1396931 w 6840854"/>
                    <a:gd name="csY205" fmla="*/ 1759224 h 2638629"/>
                    <a:gd name="csX206" fmla="*/ 1403779 w 6840854"/>
                    <a:gd name="csY206" fmla="*/ 1778283 h 2638629"/>
                    <a:gd name="csX207" fmla="*/ 1410627 w 6840854"/>
                    <a:gd name="csY207" fmla="*/ 1797267 h 2638629"/>
                    <a:gd name="csX208" fmla="*/ 1417475 w 6840854"/>
                    <a:gd name="csY208" fmla="*/ 1816162 h 2638629"/>
                    <a:gd name="csX209" fmla="*/ 1424322 w 6840854"/>
                    <a:gd name="csY209" fmla="*/ 1834954 h 2638629"/>
                    <a:gd name="csX210" fmla="*/ 1431170 w 6840854"/>
                    <a:gd name="csY210" fmla="*/ 1853633 h 2638629"/>
                    <a:gd name="csX211" fmla="*/ 1438018 w 6840854"/>
                    <a:gd name="csY211" fmla="*/ 1872185 h 2638629"/>
                    <a:gd name="csX212" fmla="*/ 1444865 w 6840854"/>
                    <a:gd name="csY212" fmla="*/ 1890598 h 2638629"/>
                    <a:gd name="csX213" fmla="*/ 1451713 w 6840854"/>
                    <a:gd name="csY213" fmla="*/ 1908862 h 2638629"/>
                    <a:gd name="csX214" fmla="*/ 1458561 w 6840854"/>
                    <a:gd name="csY214" fmla="*/ 1926966 h 2638629"/>
                    <a:gd name="csX215" fmla="*/ 1465408 w 6840854"/>
                    <a:gd name="csY215" fmla="*/ 1944898 h 2638629"/>
                    <a:gd name="csX216" fmla="*/ 1472256 w 6840854"/>
                    <a:gd name="csY216" fmla="*/ 1962651 h 2638629"/>
                    <a:gd name="csX217" fmla="*/ 1479104 w 6840854"/>
                    <a:gd name="csY217" fmla="*/ 1980213 h 2638629"/>
                    <a:gd name="csX218" fmla="*/ 1485952 w 6840854"/>
                    <a:gd name="csY218" fmla="*/ 1997576 h 2638629"/>
                    <a:gd name="csX219" fmla="*/ 1492799 w 6840854"/>
                    <a:gd name="csY219" fmla="*/ 2014732 h 2638629"/>
                    <a:gd name="csX220" fmla="*/ 1499647 w 6840854"/>
                    <a:gd name="csY220" fmla="*/ 2031672 h 2638629"/>
                    <a:gd name="csX221" fmla="*/ 1506495 w 6840854"/>
                    <a:gd name="csY221" fmla="*/ 2048390 h 2638629"/>
                    <a:gd name="csX222" fmla="*/ 1513342 w 6840854"/>
                    <a:gd name="csY222" fmla="*/ 2064877 h 2638629"/>
                    <a:gd name="csX223" fmla="*/ 1520190 w 6840854"/>
                    <a:gd name="csY223" fmla="*/ 2081127 h 2638629"/>
                    <a:gd name="csX224" fmla="*/ 1527038 w 6840854"/>
                    <a:gd name="csY224" fmla="*/ 2097135 h 2638629"/>
                    <a:gd name="csX225" fmla="*/ 1533885 w 6840854"/>
                    <a:gd name="csY225" fmla="*/ 2112894 h 2638629"/>
                    <a:gd name="csX226" fmla="*/ 1540733 w 6840854"/>
                    <a:gd name="csY226" fmla="*/ 2128400 h 2638629"/>
                    <a:gd name="csX227" fmla="*/ 1547581 w 6840854"/>
                    <a:gd name="csY227" fmla="*/ 2143647 h 2638629"/>
                    <a:gd name="csX228" fmla="*/ 1554429 w 6840854"/>
                    <a:gd name="csY228" fmla="*/ 2158631 h 2638629"/>
                    <a:gd name="csX229" fmla="*/ 1561276 w 6840854"/>
                    <a:gd name="csY229" fmla="*/ 2173348 h 2638629"/>
                    <a:gd name="csX230" fmla="*/ 1568124 w 6840854"/>
                    <a:gd name="csY230" fmla="*/ 2187795 h 2638629"/>
                    <a:gd name="csX231" fmla="*/ 1574972 w 6840854"/>
                    <a:gd name="csY231" fmla="*/ 2201969 h 2638629"/>
                    <a:gd name="csX232" fmla="*/ 1581819 w 6840854"/>
                    <a:gd name="csY232" fmla="*/ 2215868 h 2638629"/>
                    <a:gd name="csX233" fmla="*/ 1588667 w 6840854"/>
                    <a:gd name="csY233" fmla="*/ 2229488 h 2638629"/>
                    <a:gd name="csX234" fmla="*/ 1595515 w 6840854"/>
                    <a:gd name="csY234" fmla="*/ 2242829 h 2638629"/>
                    <a:gd name="csX235" fmla="*/ 1602362 w 6840854"/>
                    <a:gd name="csY235" fmla="*/ 2255888 h 2638629"/>
                    <a:gd name="csX236" fmla="*/ 1609210 w 6840854"/>
                    <a:gd name="csY236" fmla="*/ 2268666 h 2638629"/>
                    <a:gd name="csX237" fmla="*/ 1616058 w 6840854"/>
                    <a:gd name="csY237" fmla="*/ 2281160 h 2638629"/>
                    <a:gd name="csX238" fmla="*/ 1622906 w 6840854"/>
                    <a:gd name="csY238" fmla="*/ 2293372 h 2638629"/>
                    <a:gd name="csX239" fmla="*/ 1629753 w 6840854"/>
                    <a:gd name="csY239" fmla="*/ 2305300 h 2638629"/>
                    <a:gd name="csX240" fmla="*/ 1636601 w 6840854"/>
                    <a:gd name="csY240" fmla="*/ 2316946 h 2638629"/>
                    <a:gd name="csX241" fmla="*/ 1643449 w 6840854"/>
                    <a:gd name="csY241" fmla="*/ 2328309 h 2638629"/>
                    <a:gd name="csX242" fmla="*/ 1650296 w 6840854"/>
                    <a:gd name="csY242" fmla="*/ 2339392 h 2638629"/>
                    <a:gd name="csX243" fmla="*/ 1657144 w 6840854"/>
                    <a:gd name="csY243" fmla="*/ 2350195 h 2638629"/>
                    <a:gd name="csX244" fmla="*/ 1663992 w 6840854"/>
                    <a:gd name="csY244" fmla="*/ 2360720 h 2638629"/>
                    <a:gd name="csX245" fmla="*/ 1670840 w 6840854"/>
                    <a:gd name="csY245" fmla="*/ 2370968 h 2638629"/>
                    <a:gd name="csX246" fmla="*/ 1677687 w 6840854"/>
                    <a:gd name="csY246" fmla="*/ 2380943 h 2638629"/>
                    <a:gd name="csX247" fmla="*/ 1684535 w 6840854"/>
                    <a:gd name="csY247" fmla="*/ 2390645 h 2638629"/>
                    <a:gd name="csX248" fmla="*/ 1691383 w 6840854"/>
                    <a:gd name="csY248" fmla="*/ 2400079 h 2638629"/>
                    <a:gd name="csX249" fmla="*/ 1698230 w 6840854"/>
                    <a:gd name="csY249" fmla="*/ 2409246 h 2638629"/>
                    <a:gd name="csX250" fmla="*/ 1705078 w 6840854"/>
                    <a:gd name="csY250" fmla="*/ 2418150 h 2638629"/>
                    <a:gd name="csX251" fmla="*/ 1711926 w 6840854"/>
                    <a:gd name="csY251" fmla="*/ 2426794 h 2638629"/>
                    <a:gd name="csX252" fmla="*/ 1718773 w 6840854"/>
                    <a:gd name="csY252" fmla="*/ 2435180 h 2638629"/>
                    <a:gd name="csX253" fmla="*/ 1725621 w 6840854"/>
                    <a:gd name="csY253" fmla="*/ 2443314 h 2638629"/>
                    <a:gd name="csX254" fmla="*/ 1732469 w 6840854"/>
                    <a:gd name="csY254" fmla="*/ 2451198 h 2638629"/>
                    <a:gd name="csX255" fmla="*/ 1739317 w 6840854"/>
                    <a:gd name="csY255" fmla="*/ 2458837 h 2638629"/>
                    <a:gd name="csX256" fmla="*/ 1746164 w 6840854"/>
                    <a:gd name="csY256" fmla="*/ 2466234 h 2638629"/>
                    <a:gd name="csX257" fmla="*/ 1753012 w 6840854"/>
                    <a:gd name="csY257" fmla="*/ 2473394 h 2638629"/>
                    <a:gd name="csX258" fmla="*/ 1759860 w 6840854"/>
                    <a:gd name="csY258" fmla="*/ 2480320 h 2638629"/>
                    <a:gd name="csX259" fmla="*/ 1766707 w 6840854"/>
                    <a:gd name="csY259" fmla="*/ 2487017 h 2638629"/>
                    <a:gd name="csX260" fmla="*/ 1773555 w 6840854"/>
                    <a:gd name="csY260" fmla="*/ 2493490 h 2638629"/>
                    <a:gd name="csX261" fmla="*/ 1780403 w 6840854"/>
                    <a:gd name="csY261" fmla="*/ 2499743 h 2638629"/>
                    <a:gd name="csX262" fmla="*/ 1787250 w 6840854"/>
                    <a:gd name="csY262" fmla="*/ 2505780 h 2638629"/>
                    <a:gd name="csX263" fmla="*/ 1794098 w 6840854"/>
                    <a:gd name="csY263" fmla="*/ 2511607 h 2638629"/>
                    <a:gd name="csX264" fmla="*/ 1800946 w 6840854"/>
                    <a:gd name="csY264" fmla="*/ 2517227 h 2638629"/>
                    <a:gd name="csX265" fmla="*/ 1807794 w 6840854"/>
                    <a:gd name="csY265" fmla="*/ 2522646 h 2638629"/>
                    <a:gd name="csX266" fmla="*/ 1814641 w 6840854"/>
                    <a:gd name="csY266" fmla="*/ 2527868 h 2638629"/>
                    <a:gd name="csX267" fmla="*/ 1821489 w 6840854"/>
                    <a:gd name="csY267" fmla="*/ 2532898 h 2638629"/>
                    <a:gd name="csX268" fmla="*/ 1828337 w 6840854"/>
                    <a:gd name="csY268" fmla="*/ 2537740 h 2638629"/>
                    <a:gd name="csX269" fmla="*/ 1835184 w 6840854"/>
                    <a:gd name="csY269" fmla="*/ 2542401 h 2638629"/>
                    <a:gd name="csX270" fmla="*/ 1842032 w 6840854"/>
                    <a:gd name="csY270" fmla="*/ 2546883 h 2638629"/>
                    <a:gd name="csX271" fmla="*/ 1848880 w 6840854"/>
                    <a:gd name="csY271" fmla="*/ 2551192 h 2638629"/>
                    <a:gd name="csX272" fmla="*/ 1855727 w 6840854"/>
                    <a:gd name="csY272" fmla="*/ 2555334 h 2638629"/>
                    <a:gd name="csX273" fmla="*/ 1862575 w 6840854"/>
                    <a:gd name="csY273" fmla="*/ 2559311 h 2638629"/>
                    <a:gd name="csX274" fmla="*/ 1869423 w 6840854"/>
                    <a:gd name="csY274" fmla="*/ 2563130 h 2638629"/>
                    <a:gd name="csX275" fmla="*/ 1876271 w 6840854"/>
                    <a:gd name="csY275" fmla="*/ 2566794 h 2638629"/>
                    <a:gd name="csX276" fmla="*/ 1883118 w 6840854"/>
                    <a:gd name="csY276" fmla="*/ 2570309 h 2638629"/>
                    <a:gd name="csX277" fmla="*/ 1889966 w 6840854"/>
                    <a:gd name="csY277" fmla="*/ 2573679 h 2638629"/>
                    <a:gd name="csX278" fmla="*/ 1896814 w 6840854"/>
                    <a:gd name="csY278" fmla="*/ 2576908 h 2638629"/>
                    <a:gd name="csX279" fmla="*/ 1903661 w 6840854"/>
                    <a:gd name="csY279" fmla="*/ 2580000 h 2638629"/>
                    <a:gd name="csX280" fmla="*/ 1910509 w 6840854"/>
                    <a:gd name="csY280" fmla="*/ 2582961 h 2638629"/>
                    <a:gd name="csX281" fmla="*/ 1917357 w 6840854"/>
                    <a:gd name="csY281" fmla="*/ 2585795 h 2638629"/>
                    <a:gd name="csX282" fmla="*/ 1924204 w 6840854"/>
                    <a:gd name="csY282" fmla="*/ 2588505 h 2638629"/>
                    <a:gd name="csX283" fmla="*/ 1931052 w 6840854"/>
                    <a:gd name="csY283" fmla="*/ 2591096 h 2638629"/>
                    <a:gd name="csX284" fmla="*/ 1937900 w 6840854"/>
                    <a:gd name="csY284" fmla="*/ 2593572 h 2638629"/>
                    <a:gd name="csX285" fmla="*/ 1944748 w 6840854"/>
                    <a:gd name="csY285" fmla="*/ 2595937 h 2638629"/>
                    <a:gd name="csX286" fmla="*/ 1951595 w 6840854"/>
                    <a:gd name="csY286" fmla="*/ 2598195 h 2638629"/>
                    <a:gd name="csX287" fmla="*/ 1958443 w 6840854"/>
                    <a:gd name="csY287" fmla="*/ 2600350 h 2638629"/>
                    <a:gd name="csX288" fmla="*/ 1965291 w 6840854"/>
                    <a:gd name="csY288" fmla="*/ 2602406 h 2638629"/>
                    <a:gd name="csX289" fmla="*/ 1972138 w 6840854"/>
                    <a:gd name="csY289" fmla="*/ 2604365 h 2638629"/>
                    <a:gd name="csX290" fmla="*/ 1978986 w 6840854"/>
                    <a:gd name="csY290" fmla="*/ 2606233 h 2638629"/>
                    <a:gd name="csX291" fmla="*/ 1985834 w 6840854"/>
                    <a:gd name="csY291" fmla="*/ 2608012 h 2638629"/>
                    <a:gd name="csX292" fmla="*/ 1992681 w 6840854"/>
                    <a:gd name="csY292" fmla="*/ 2609706 h 2638629"/>
                    <a:gd name="csX293" fmla="*/ 1999529 w 6840854"/>
                    <a:gd name="csY293" fmla="*/ 2611318 h 2638629"/>
                    <a:gd name="csX294" fmla="*/ 2006377 w 6840854"/>
                    <a:gd name="csY294" fmla="*/ 2612852 h 2638629"/>
                    <a:gd name="csX295" fmla="*/ 2013225 w 6840854"/>
                    <a:gd name="csY295" fmla="*/ 2614310 h 2638629"/>
                    <a:gd name="csX296" fmla="*/ 2020072 w 6840854"/>
                    <a:gd name="csY296" fmla="*/ 2615696 h 2638629"/>
                    <a:gd name="csX297" fmla="*/ 2026920 w 6840854"/>
                    <a:gd name="csY297" fmla="*/ 2617013 h 2638629"/>
                    <a:gd name="csX298" fmla="*/ 2033768 w 6840854"/>
                    <a:gd name="csY298" fmla="*/ 2618263 h 2638629"/>
                    <a:gd name="csX299" fmla="*/ 2040615 w 6840854"/>
                    <a:gd name="csY299" fmla="*/ 2619450 h 2638629"/>
                    <a:gd name="csX300" fmla="*/ 2047463 w 6840854"/>
                    <a:gd name="csY300" fmla="*/ 2620576 h 2638629"/>
                    <a:gd name="csX301" fmla="*/ 2054311 w 6840854"/>
                    <a:gd name="csY301" fmla="*/ 2621644 h 2638629"/>
                    <a:gd name="csX302" fmla="*/ 2061159 w 6840854"/>
                    <a:gd name="csY302" fmla="*/ 2622656 h 2638629"/>
                    <a:gd name="csX303" fmla="*/ 2068006 w 6840854"/>
                    <a:gd name="csY303" fmla="*/ 2623615 h 2638629"/>
                    <a:gd name="csX304" fmla="*/ 2074854 w 6840854"/>
                    <a:gd name="csY304" fmla="*/ 2624523 h 2638629"/>
                    <a:gd name="csX305" fmla="*/ 2081702 w 6840854"/>
                    <a:gd name="csY305" fmla="*/ 2625382 h 2638629"/>
                    <a:gd name="csX306" fmla="*/ 2088549 w 6840854"/>
                    <a:gd name="csY306" fmla="*/ 2626195 h 2638629"/>
                    <a:gd name="csX307" fmla="*/ 2095397 w 6840854"/>
                    <a:gd name="csY307" fmla="*/ 2626964 h 2638629"/>
                    <a:gd name="csX308" fmla="*/ 2102245 w 6840854"/>
                    <a:gd name="csY308" fmla="*/ 2627691 h 2638629"/>
                    <a:gd name="csX309" fmla="*/ 2109092 w 6840854"/>
                    <a:gd name="csY309" fmla="*/ 2628378 h 2638629"/>
                    <a:gd name="csX310" fmla="*/ 2115940 w 6840854"/>
                    <a:gd name="csY310" fmla="*/ 2629026 h 2638629"/>
                    <a:gd name="csX311" fmla="*/ 2122788 w 6840854"/>
                    <a:gd name="csY311" fmla="*/ 2629638 h 2638629"/>
                    <a:gd name="csX312" fmla="*/ 2129636 w 6840854"/>
                    <a:gd name="csY312" fmla="*/ 2630215 h 2638629"/>
                    <a:gd name="csX313" fmla="*/ 2136483 w 6840854"/>
                    <a:gd name="csY313" fmla="*/ 2630759 h 2638629"/>
                    <a:gd name="csX314" fmla="*/ 2143331 w 6840854"/>
                    <a:gd name="csY314" fmla="*/ 2631272 h 2638629"/>
                    <a:gd name="csX315" fmla="*/ 2150179 w 6840854"/>
                    <a:gd name="csY315" fmla="*/ 2631754 h 2638629"/>
                    <a:gd name="csX316" fmla="*/ 2157027 w 6840854"/>
                    <a:gd name="csY316" fmla="*/ 2632208 h 2638629"/>
                    <a:gd name="csX317" fmla="*/ 2163874 w 6840854"/>
                    <a:gd name="csY317" fmla="*/ 2632634 h 2638629"/>
                    <a:gd name="csX318" fmla="*/ 2170722 w 6840854"/>
                    <a:gd name="csY318" fmla="*/ 2633034 h 2638629"/>
                    <a:gd name="csX319" fmla="*/ 2177569 w 6840854"/>
                    <a:gd name="csY319" fmla="*/ 2633409 h 2638629"/>
                    <a:gd name="csX320" fmla="*/ 2184417 w 6840854"/>
                    <a:gd name="csY320" fmla="*/ 2633760 h 2638629"/>
                    <a:gd name="csX321" fmla="*/ 2191265 w 6840854"/>
                    <a:gd name="csY321" fmla="*/ 2634087 h 2638629"/>
                    <a:gd name="csX322" fmla="*/ 2198113 w 6840854"/>
                    <a:gd name="csY322" fmla="*/ 2634392 h 2638629"/>
                    <a:gd name="csX323" fmla="*/ 2204960 w 6840854"/>
                    <a:gd name="csY323" fmla="*/ 2634675 h 2638629"/>
                    <a:gd name="csX324" fmla="*/ 2211808 w 6840854"/>
                    <a:gd name="csY324" fmla="*/ 2634937 h 2638629"/>
                    <a:gd name="csX325" fmla="*/ 2218656 w 6840854"/>
                    <a:gd name="csY325" fmla="*/ 2635177 h 2638629"/>
                    <a:gd name="csX326" fmla="*/ 2225504 w 6840854"/>
                    <a:gd name="csY326" fmla="*/ 2635397 h 2638629"/>
                    <a:gd name="csX327" fmla="*/ 2232351 w 6840854"/>
                    <a:gd name="csY327" fmla="*/ 2635595 h 2638629"/>
                    <a:gd name="csX328" fmla="*/ 2239199 w 6840854"/>
                    <a:gd name="csY328" fmla="*/ 2635772 h 2638629"/>
                    <a:gd name="csX329" fmla="*/ 2246047 w 6840854"/>
                    <a:gd name="csY329" fmla="*/ 2635927 h 2638629"/>
                    <a:gd name="csX330" fmla="*/ 2252894 w 6840854"/>
                    <a:gd name="csY330" fmla="*/ 2636060 h 2638629"/>
                    <a:gd name="csX331" fmla="*/ 2259742 w 6840854"/>
                    <a:gd name="csY331" fmla="*/ 2636168 h 2638629"/>
                    <a:gd name="csX332" fmla="*/ 2266590 w 6840854"/>
                    <a:gd name="csY332" fmla="*/ 2636251 h 2638629"/>
                    <a:gd name="csX333" fmla="*/ 2273437 w 6840854"/>
                    <a:gd name="csY333" fmla="*/ 2636306 h 2638629"/>
                    <a:gd name="csX334" fmla="*/ 2280285 w 6840854"/>
                    <a:gd name="csY334" fmla="*/ 2636331 h 2638629"/>
                    <a:gd name="csX335" fmla="*/ 2287133 w 6840854"/>
                    <a:gd name="csY335" fmla="*/ 2636324 h 2638629"/>
                    <a:gd name="csX336" fmla="*/ 2293981 w 6840854"/>
                    <a:gd name="csY336" fmla="*/ 2636280 h 2638629"/>
                    <a:gd name="csX337" fmla="*/ 2300828 w 6840854"/>
                    <a:gd name="csY337" fmla="*/ 2636195 h 2638629"/>
                    <a:gd name="csX338" fmla="*/ 2307676 w 6840854"/>
                    <a:gd name="csY338" fmla="*/ 2636065 h 2638629"/>
                    <a:gd name="csX339" fmla="*/ 2314524 w 6840854"/>
                    <a:gd name="csY339" fmla="*/ 2635883 h 2638629"/>
                    <a:gd name="csX340" fmla="*/ 2321371 w 6840854"/>
                    <a:gd name="csY340" fmla="*/ 2635644 h 2638629"/>
                    <a:gd name="csX341" fmla="*/ 2328219 w 6840854"/>
                    <a:gd name="csY341" fmla="*/ 2635338 h 2638629"/>
                    <a:gd name="csX342" fmla="*/ 2335067 w 6840854"/>
                    <a:gd name="csY342" fmla="*/ 2634958 h 2638629"/>
                    <a:gd name="csX343" fmla="*/ 2341915 w 6840854"/>
                    <a:gd name="csY343" fmla="*/ 2634494 h 2638629"/>
                    <a:gd name="csX344" fmla="*/ 2348762 w 6840854"/>
                    <a:gd name="csY344" fmla="*/ 2633934 h 2638629"/>
                    <a:gd name="csX345" fmla="*/ 2355610 w 6840854"/>
                    <a:gd name="csY345" fmla="*/ 2633265 h 2638629"/>
                    <a:gd name="csX346" fmla="*/ 2362458 w 6840854"/>
                    <a:gd name="csY346" fmla="*/ 2632473 h 2638629"/>
                    <a:gd name="csX347" fmla="*/ 2369305 w 6840854"/>
                    <a:gd name="csY347" fmla="*/ 2631542 h 2638629"/>
                    <a:gd name="csX348" fmla="*/ 2376153 w 6840854"/>
                    <a:gd name="csY348" fmla="*/ 2630454 h 2638629"/>
                    <a:gd name="csX349" fmla="*/ 2383001 w 6840854"/>
                    <a:gd name="csY349" fmla="*/ 2629191 h 2638629"/>
                    <a:gd name="csX350" fmla="*/ 2389848 w 6840854"/>
                    <a:gd name="csY350" fmla="*/ 2627729 h 2638629"/>
                    <a:gd name="csX351" fmla="*/ 2396696 w 6840854"/>
                    <a:gd name="csY351" fmla="*/ 2626045 h 2638629"/>
                    <a:gd name="csX352" fmla="*/ 2403544 w 6840854"/>
                    <a:gd name="csY352" fmla="*/ 2624114 h 2638629"/>
                    <a:gd name="csX353" fmla="*/ 2410392 w 6840854"/>
                    <a:gd name="csY353" fmla="*/ 2621907 h 2638629"/>
                    <a:gd name="csX354" fmla="*/ 2417239 w 6840854"/>
                    <a:gd name="csY354" fmla="*/ 2619393 h 2638629"/>
                    <a:gd name="csX355" fmla="*/ 2424087 w 6840854"/>
                    <a:gd name="csY355" fmla="*/ 2616541 h 2638629"/>
                    <a:gd name="csX356" fmla="*/ 2430935 w 6840854"/>
                    <a:gd name="csY356" fmla="*/ 2613314 h 2638629"/>
                    <a:gd name="csX357" fmla="*/ 2437782 w 6840854"/>
                    <a:gd name="csY357" fmla="*/ 2609676 h 2638629"/>
                    <a:gd name="csX358" fmla="*/ 2444630 w 6840854"/>
                    <a:gd name="csY358" fmla="*/ 2605587 h 2638629"/>
                    <a:gd name="csX359" fmla="*/ 2451478 w 6840854"/>
                    <a:gd name="csY359" fmla="*/ 2601006 h 2638629"/>
                    <a:gd name="csX360" fmla="*/ 2458325 w 6840854"/>
                    <a:gd name="csY360" fmla="*/ 2595888 h 2638629"/>
                    <a:gd name="csX361" fmla="*/ 2465173 w 6840854"/>
                    <a:gd name="csY361" fmla="*/ 2590188 h 2638629"/>
                    <a:gd name="csX362" fmla="*/ 2472021 w 6840854"/>
                    <a:gd name="csY362" fmla="*/ 2583860 h 2638629"/>
                    <a:gd name="csX363" fmla="*/ 2478869 w 6840854"/>
                    <a:gd name="csY363" fmla="*/ 2576855 h 2638629"/>
                    <a:gd name="csX364" fmla="*/ 2485716 w 6840854"/>
                    <a:gd name="csY364" fmla="*/ 2569124 h 2638629"/>
                    <a:gd name="csX365" fmla="*/ 2492564 w 6840854"/>
                    <a:gd name="csY365" fmla="*/ 2560619 h 2638629"/>
                    <a:gd name="csX366" fmla="*/ 2499412 w 6840854"/>
                    <a:gd name="csY366" fmla="*/ 2551289 h 2638629"/>
                    <a:gd name="csX367" fmla="*/ 2506259 w 6840854"/>
                    <a:gd name="csY367" fmla="*/ 2541085 h 2638629"/>
                    <a:gd name="csX368" fmla="*/ 2513107 w 6840854"/>
                    <a:gd name="csY368" fmla="*/ 2529961 h 2638629"/>
                    <a:gd name="csX369" fmla="*/ 2519955 w 6840854"/>
                    <a:gd name="csY369" fmla="*/ 2517870 h 2638629"/>
                    <a:gd name="csX370" fmla="*/ 2526802 w 6840854"/>
                    <a:gd name="csY370" fmla="*/ 2504769 h 2638629"/>
                    <a:gd name="csX371" fmla="*/ 2533650 w 6840854"/>
                    <a:gd name="csY371" fmla="*/ 2490617 h 2638629"/>
                    <a:gd name="csX372" fmla="*/ 2540498 w 6840854"/>
                    <a:gd name="csY372" fmla="*/ 2475379 h 2638629"/>
                    <a:gd name="csX373" fmla="*/ 2547346 w 6840854"/>
                    <a:gd name="csY373" fmla="*/ 2459022 h 2638629"/>
                    <a:gd name="csX374" fmla="*/ 2554193 w 6840854"/>
                    <a:gd name="csY374" fmla="*/ 2441521 h 2638629"/>
                    <a:gd name="csX375" fmla="*/ 2561041 w 6840854"/>
                    <a:gd name="csY375" fmla="*/ 2422857 h 2638629"/>
                    <a:gd name="csX376" fmla="*/ 2567889 w 6840854"/>
                    <a:gd name="csY376" fmla="*/ 2403018 h 2638629"/>
                    <a:gd name="csX377" fmla="*/ 2574736 w 6840854"/>
                    <a:gd name="csY377" fmla="*/ 2381999 h 2638629"/>
                    <a:gd name="csX378" fmla="*/ 2581584 w 6840854"/>
                    <a:gd name="csY378" fmla="*/ 2359804 h 2638629"/>
                    <a:gd name="csX379" fmla="*/ 2588432 w 6840854"/>
                    <a:gd name="csY379" fmla="*/ 2336450 h 2638629"/>
                    <a:gd name="csX380" fmla="*/ 2595279 w 6840854"/>
                    <a:gd name="csY380" fmla="*/ 2311960 h 2638629"/>
                    <a:gd name="csX381" fmla="*/ 2602127 w 6840854"/>
                    <a:gd name="csY381" fmla="*/ 2286370 h 2638629"/>
                    <a:gd name="csX382" fmla="*/ 2608975 w 6840854"/>
                    <a:gd name="csY382" fmla="*/ 2259727 h 2638629"/>
                    <a:gd name="csX383" fmla="*/ 2615823 w 6840854"/>
                    <a:gd name="csY383" fmla="*/ 2232089 h 2638629"/>
                    <a:gd name="csX384" fmla="*/ 2622670 w 6840854"/>
                    <a:gd name="csY384" fmla="*/ 2203529 h 2638629"/>
                    <a:gd name="csX385" fmla="*/ 2629518 w 6840854"/>
                    <a:gd name="csY385" fmla="*/ 2174128 h 2638629"/>
                    <a:gd name="csX386" fmla="*/ 2636366 w 6840854"/>
                    <a:gd name="csY386" fmla="*/ 2143982 h 2638629"/>
                    <a:gd name="csX387" fmla="*/ 2643213 w 6840854"/>
                    <a:gd name="csY387" fmla="*/ 2113199 h 2638629"/>
                    <a:gd name="csX388" fmla="*/ 2650061 w 6840854"/>
                    <a:gd name="csY388" fmla="*/ 2081898 h 2638629"/>
                    <a:gd name="csX389" fmla="*/ 2656909 w 6840854"/>
                    <a:gd name="csY389" fmla="*/ 2050209 h 2638629"/>
                    <a:gd name="csX390" fmla="*/ 2663756 w 6840854"/>
                    <a:gd name="csY390" fmla="*/ 2018274 h 2638629"/>
                    <a:gd name="csX391" fmla="*/ 2670604 w 6840854"/>
                    <a:gd name="csY391" fmla="*/ 1986242 h 2638629"/>
                    <a:gd name="csX392" fmla="*/ 2677452 w 6840854"/>
                    <a:gd name="csY392" fmla="*/ 1954275 h 2638629"/>
                    <a:gd name="csX393" fmla="*/ 2684300 w 6840854"/>
                    <a:gd name="csY393" fmla="*/ 1922538 h 2638629"/>
                    <a:gd name="csX394" fmla="*/ 2691147 w 6840854"/>
                    <a:gd name="csY394" fmla="*/ 1891205 h 2638629"/>
                    <a:gd name="csX395" fmla="*/ 2697995 w 6840854"/>
                    <a:gd name="csY395" fmla="*/ 1860454 h 2638629"/>
                    <a:gd name="csX396" fmla="*/ 2704843 w 6840854"/>
                    <a:gd name="csY396" fmla="*/ 1830466 h 2638629"/>
                    <a:gd name="csX397" fmla="*/ 2711690 w 6840854"/>
                    <a:gd name="csY397" fmla="*/ 1801423 h 2638629"/>
                    <a:gd name="csX398" fmla="*/ 2718538 w 6840854"/>
                    <a:gd name="csY398" fmla="*/ 1773507 h 2638629"/>
                    <a:gd name="csX399" fmla="*/ 2725386 w 6840854"/>
                    <a:gd name="csY399" fmla="*/ 1746897 h 2638629"/>
                    <a:gd name="csX400" fmla="*/ 2732234 w 6840854"/>
                    <a:gd name="csY400" fmla="*/ 1721770 h 2638629"/>
                    <a:gd name="csX401" fmla="*/ 2739081 w 6840854"/>
                    <a:gd name="csY401" fmla="*/ 1698294 h 2638629"/>
                    <a:gd name="csX402" fmla="*/ 2745929 w 6840854"/>
                    <a:gd name="csY402" fmla="*/ 1676631 h 2638629"/>
                    <a:gd name="csX403" fmla="*/ 2752777 w 6840854"/>
                    <a:gd name="csY403" fmla="*/ 1656931 h 2638629"/>
                    <a:gd name="csX404" fmla="*/ 2759624 w 6840854"/>
                    <a:gd name="csY404" fmla="*/ 1639335 h 2638629"/>
                    <a:gd name="csX405" fmla="*/ 2766472 w 6840854"/>
                    <a:gd name="csY405" fmla="*/ 1623970 h 2638629"/>
                    <a:gd name="csX406" fmla="*/ 2773320 w 6840854"/>
                    <a:gd name="csY406" fmla="*/ 1610946 h 2638629"/>
                    <a:gd name="csX407" fmla="*/ 2780167 w 6840854"/>
                    <a:gd name="csY407" fmla="*/ 1600360 h 2638629"/>
                    <a:gd name="csX408" fmla="*/ 2787015 w 6840854"/>
                    <a:gd name="csY408" fmla="*/ 1592290 h 2638629"/>
                    <a:gd name="csX409" fmla="*/ 2793863 w 6840854"/>
                    <a:gd name="csY409" fmla="*/ 1586797 h 2638629"/>
                    <a:gd name="csX410" fmla="*/ 2800711 w 6840854"/>
                    <a:gd name="csY410" fmla="*/ 1583920 h 2638629"/>
                    <a:gd name="csX411" fmla="*/ 2807558 w 6840854"/>
                    <a:gd name="csY411" fmla="*/ 1583683 h 2638629"/>
                    <a:gd name="csX412" fmla="*/ 2814406 w 6840854"/>
                    <a:gd name="csY412" fmla="*/ 1586086 h 2638629"/>
                    <a:gd name="csX413" fmla="*/ 2821254 w 6840854"/>
                    <a:gd name="csY413" fmla="*/ 1591111 h 2638629"/>
                    <a:gd name="csX414" fmla="*/ 2828101 w 6840854"/>
                    <a:gd name="csY414" fmla="*/ 1598722 h 2638629"/>
                    <a:gd name="csX415" fmla="*/ 2834949 w 6840854"/>
                    <a:gd name="csY415" fmla="*/ 1608860 h 2638629"/>
                    <a:gd name="csX416" fmla="*/ 2841797 w 6840854"/>
                    <a:gd name="csY416" fmla="*/ 1621452 h 2638629"/>
                    <a:gd name="csX417" fmla="*/ 2848644 w 6840854"/>
                    <a:gd name="csY417" fmla="*/ 1636404 h 2638629"/>
                    <a:gd name="csX418" fmla="*/ 2855492 w 6840854"/>
                    <a:gd name="csY418" fmla="*/ 1653608 h 2638629"/>
                    <a:gd name="csX419" fmla="*/ 2862340 w 6840854"/>
                    <a:gd name="csY419" fmla="*/ 1672940 h 2638629"/>
                    <a:gd name="csX420" fmla="*/ 2869188 w 6840854"/>
                    <a:gd name="csY420" fmla="*/ 1694261 h 2638629"/>
                    <a:gd name="csX421" fmla="*/ 2876035 w 6840854"/>
                    <a:gd name="csY421" fmla="*/ 1717423 h 2638629"/>
                    <a:gd name="csX422" fmla="*/ 2882883 w 6840854"/>
                    <a:gd name="csY422" fmla="*/ 1742266 h 2638629"/>
                    <a:gd name="csX423" fmla="*/ 2889731 w 6840854"/>
                    <a:gd name="csY423" fmla="*/ 1768622 h 2638629"/>
                    <a:gd name="csX424" fmla="*/ 2896578 w 6840854"/>
                    <a:gd name="csY424" fmla="*/ 1796317 h 2638629"/>
                    <a:gd name="csX425" fmla="*/ 2903426 w 6840854"/>
                    <a:gd name="csY425" fmla="*/ 1825172 h 2638629"/>
                    <a:gd name="csX426" fmla="*/ 2910274 w 6840854"/>
                    <a:gd name="csY426" fmla="*/ 1855004 h 2638629"/>
                    <a:gd name="csX427" fmla="*/ 2917121 w 6840854"/>
                    <a:gd name="csY427" fmla="*/ 1885633 h 2638629"/>
                    <a:gd name="csX428" fmla="*/ 2923969 w 6840854"/>
                    <a:gd name="csY428" fmla="*/ 1916875 h 2638629"/>
                    <a:gd name="csX429" fmla="*/ 2930817 w 6840854"/>
                    <a:gd name="csY429" fmla="*/ 1948553 h 2638629"/>
                    <a:gd name="csX430" fmla="*/ 2937665 w 6840854"/>
                    <a:gd name="csY430" fmla="*/ 1980493 h 2638629"/>
                    <a:gd name="csX431" fmla="*/ 2944512 w 6840854"/>
                    <a:gd name="csY431" fmla="*/ 2012527 h 2638629"/>
                    <a:gd name="csX432" fmla="*/ 2951360 w 6840854"/>
                    <a:gd name="csY432" fmla="*/ 2044492 h 2638629"/>
                    <a:gd name="csX433" fmla="*/ 2958208 w 6840854"/>
                    <a:gd name="csY433" fmla="*/ 2076238 h 2638629"/>
                    <a:gd name="csX434" fmla="*/ 2965055 w 6840854"/>
                    <a:gd name="csY434" fmla="*/ 2107621 h 2638629"/>
                    <a:gd name="csX435" fmla="*/ 2971903 w 6840854"/>
                    <a:gd name="csY435" fmla="*/ 2138508 h 2638629"/>
                    <a:gd name="csX436" fmla="*/ 2978751 w 6840854"/>
                    <a:gd name="csY436" fmla="*/ 2168780 h 2638629"/>
                    <a:gd name="csX437" fmla="*/ 2985598 w 6840854"/>
                    <a:gd name="csY437" fmla="*/ 2198325 h 2638629"/>
                    <a:gd name="csX438" fmla="*/ 2992446 w 6840854"/>
                    <a:gd name="csY438" fmla="*/ 2227046 h 2638629"/>
                    <a:gd name="csX439" fmla="*/ 2999294 w 6840854"/>
                    <a:gd name="csY439" fmla="*/ 2254858 h 2638629"/>
                    <a:gd name="csX440" fmla="*/ 3006142 w 6840854"/>
                    <a:gd name="csY440" fmla="*/ 2281688 h 2638629"/>
                    <a:gd name="csX441" fmla="*/ 3012989 w 6840854"/>
                    <a:gd name="csY441" fmla="*/ 2307476 h 2638629"/>
                    <a:gd name="csX442" fmla="*/ 3019837 w 6840854"/>
                    <a:gd name="csY442" fmla="*/ 2332171 h 2638629"/>
                    <a:gd name="csX443" fmla="*/ 3026685 w 6840854"/>
                    <a:gd name="csY443" fmla="*/ 2355736 h 2638629"/>
                    <a:gd name="csX444" fmla="*/ 3033532 w 6840854"/>
                    <a:gd name="csY444" fmla="*/ 2378145 h 2638629"/>
                    <a:gd name="csX445" fmla="*/ 3040380 w 6840854"/>
                    <a:gd name="csY445" fmla="*/ 2399382 h 2638629"/>
                    <a:gd name="csX446" fmla="*/ 3047228 w 6840854"/>
                    <a:gd name="csY446" fmla="*/ 2419439 h 2638629"/>
                    <a:gd name="csX447" fmla="*/ 3054075 w 6840854"/>
                    <a:gd name="csY447" fmla="*/ 2438320 h 2638629"/>
                    <a:gd name="csX448" fmla="*/ 3060923 w 6840854"/>
                    <a:gd name="csY448" fmla="*/ 2456036 h 2638629"/>
                    <a:gd name="csX449" fmla="*/ 3067771 w 6840854"/>
                    <a:gd name="csY449" fmla="*/ 2472604 h 2638629"/>
                    <a:gd name="csX450" fmla="*/ 3074619 w 6840854"/>
                    <a:gd name="csY450" fmla="*/ 2488050 h 2638629"/>
                    <a:gd name="csX451" fmla="*/ 3081466 w 6840854"/>
                    <a:gd name="csY451" fmla="*/ 2502403 h 2638629"/>
                    <a:gd name="csX452" fmla="*/ 3088314 w 6840854"/>
                    <a:gd name="csY452" fmla="*/ 2515700 h 2638629"/>
                    <a:gd name="csX453" fmla="*/ 3095162 w 6840854"/>
                    <a:gd name="csY453" fmla="*/ 2527980 h 2638629"/>
                    <a:gd name="csX454" fmla="*/ 3102009 w 6840854"/>
                    <a:gd name="csY454" fmla="*/ 2539286 h 2638629"/>
                    <a:gd name="csX455" fmla="*/ 3108857 w 6840854"/>
                    <a:gd name="csY455" fmla="*/ 2549664 h 2638629"/>
                    <a:gd name="csX456" fmla="*/ 3115705 w 6840854"/>
                    <a:gd name="csY456" fmla="*/ 2559161 h 2638629"/>
                    <a:gd name="csX457" fmla="*/ 3122553 w 6840854"/>
                    <a:gd name="csY457" fmla="*/ 2567825 h 2638629"/>
                    <a:gd name="csX458" fmla="*/ 3129400 w 6840854"/>
                    <a:gd name="csY458" fmla="*/ 2575707 h 2638629"/>
                    <a:gd name="csX459" fmla="*/ 3136248 w 6840854"/>
                    <a:gd name="csY459" fmla="*/ 2582856 h 2638629"/>
                    <a:gd name="csX460" fmla="*/ 3143096 w 6840854"/>
                    <a:gd name="csY460" fmla="*/ 2589320 h 2638629"/>
                    <a:gd name="csX461" fmla="*/ 3149943 w 6840854"/>
                    <a:gd name="csY461" fmla="*/ 2595149 h 2638629"/>
                    <a:gd name="csX462" fmla="*/ 3156791 w 6840854"/>
                    <a:gd name="csY462" fmla="*/ 2600390 h 2638629"/>
                    <a:gd name="csX463" fmla="*/ 3163639 w 6840854"/>
                    <a:gd name="csY463" fmla="*/ 2605088 h 2638629"/>
                    <a:gd name="csX464" fmla="*/ 3170487 w 6840854"/>
                    <a:gd name="csY464" fmla="*/ 2609287 h 2638629"/>
                    <a:gd name="csX465" fmla="*/ 3177334 w 6840854"/>
                    <a:gd name="csY465" fmla="*/ 2613030 h 2638629"/>
                    <a:gd name="csX466" fmla="*/ 3184182 w 6840854"/>
                    <a:gd name="csY466" fmla="*/ 2616357 h 2638629"/>
                    <a:gd name="csX467" fmla="*/ 3191030 w 6840854"/>
                    <a:gd name="csY467" fmla="*/ 2619305 h 2638629"/>
                    <a:gd name="csX468" fmla="*/ 3197877 w 6840854"/>
                    <a:gd name="csY468" fmla="*/ 2621911 h 2638629"/>
                    <a:gd name="csX469" fmla="*/ 3204725 w 6840854"/>
                    <a:gd name="csY469" fmla="*/ 2624207 h 2638629"/>
                    <a:gd name="csX470" fmla="*/ 3211573 w 6840854"/>
                    <a:gd name="csY470" fmla="*/ 2626225 h 2638629"/>
                    <a:gd name="csX471" fmla="*/ 3218421 w 6840854"/>
                    <a:gd name="csY471" fmla="*/ 2627994 h 2638629"/>
                    <a:gd name="csX472" fmla="*/ 3225268 w 6840854"/>
                    <a:gd name="csY472" fmla="*/ 2629540 h 2638629"/>
                    <a:gd name="csX473" fmla="*/ 3232116 w 6840854"/>
                    <a:gd name="csY473" fmla="*/ 2630887 h 2638629"/>
                    <a:gd name="csX474" fmla="*/ 3238963 w 6840854"/>
                    <a:gd name="csY474" fmla="*/ 2632058 h 2638629"/>
                    <a:gd name="csX475" fmla="*/ 3245811 w 6840854"/>
                    <a:gd name="csY475" fmla="*/ 2633073 h 2638629"/>
                    <a:gd name="csX476" fmla="*/ 3252659 w 6840854"/>
                    <a:gd name="csY476" fmla="*/ 2633950 h 2638629"/>
                    <a:gd name="csX477" fmla="*/ 3259507 w 6840854"/>
                    <a:gd name="csY477" fmla="*/ 2634706 h 2638629"/>
                    <a:gd name="csX478" fmla="*/ 3266354 w 6840854"/>
                    <a:gd name="csY478" fmla="*/ 2635356 h 2638629"/>
                    <a:gd name="csX479" fmla="*/ 3273202 w 6840854"/>
                    <a:gd name="csY479" fmla="*/ 2635913 h 2638629"/>
                    <a:gd name="csX480" fmla="*/ 3280050 w 6840854"/>
                    <a:gd name="csY480" fmla="*/ 2636389 h 2638629"/>
                    <a:gd name="csX481" fmla="*/ 3286897 w 6840854"/>
                    <a:gd name="csY481" fmla="*/ 2636795 h 2638629"/>
                    <a:gd name="csX482" fmla="*/ 3293745 w 6840854"/>
                    <a:gd name="csY482" fmla="*/ 2637141 h 2638629"/>
                    <a:gd name="csX483" fmla="*/ 3300593 w 6840854"/>
                    <a:gd name="csY483" fmla="*/ 2637433 h 2638629"/>
                    <a:gd name="csX484" fmla="*/ 3307441 w 6840854"/>
                    <a:gd name="csY484" fmla="*/ 2637681 h 2638629"/>
                    <a:gd name="csX485" fmla="*/ 3314288 w 6840854"/>
                    <a:gd name="csY485" fmla="*/ 2637890 h 2638629"/>
                    <a:gd name="csX486" fmla="*/ 3321136 w 6840854"/>
                    <a:gd name="csY486" fmla="*/ 2638066 h 2638629"/>
                    <a:gd name="csX487" fmla="*/ 3327984 w 6840854"/>
                    <a:gd name="csY487" fmla="*/ 2638213 h 2638629"/>
                    <a:gd name="csX488" fmla="*/ 3334831 w 6840854"/>
                    <a:gd name="csY488" fmla="*/ 2638337 h 2638629"/>
                    <a:gd name="csX489" fmla="*/ 3341679 w 6840854"/>
                    <a:gd name="csY489" fmla="*/ 2638439 h 2638629"/>
                    <a:gd name="csX490" fmla="*/ 3348527 w 6840854"/>
                    <a:gd name="csY490" fmla="*/ 2638525 h 2638629"/>
                    <a:gd name="csX491" fmla="*/ 3355375 w 6840854"/>
                    <a:gd name="csY491" fmla="*/ 2638596 h 2638629"/>
                    <a:gd name="csX492" fmla="*/ 3362222 w 6840854"/>
                    <a:gd name="csY492" fmla="*/ 2638655 h 2638629"/>
                    <a:gd name="csX493" fmla="*/ 3369070 w 6840854"/>
                    <a:gd name="csY493" fmla="*/ 2638704 h 2638629"/>
                    <a:gd name="csX494" fmla="*/ 3375917 w 6840854"/>
                    <a:gd name="csY494" fmla="*/ 2638744 h 2638629"/>
                    <a:gd name="csX495" fmla="*/ 3382765 w 6840854"/>
                    <a:gd name="csY495" fmla="*/ 2638776 h 2638629"/>
                    <a:gd name="csX496" fmla="*/ 3389613 w 6840854"/>
                    <a:gd name="csY496" fmla="*/ 2638803 h 2638629"/>
                    <a:gd name="csX497" fmla="*/ 3396461 w 6840854"/>
                    <a:gd name="csY497" fmla="*/ 2638825 h 2638629"/>
                    <a:gd name="csX498" fmla="*/ 3403308 w 6840854"/>
                    <a:gd name="csY498" fmla="*/ 2638843 h 2638629"/>
                    <a:gd name="csX499" fmla="*/ 3410156 w 6840854"/>
                    <a:gd name="csY499" fmla="*/ 2638858 h 2638629"/>
                    <a:gd name="csX500" fmla="*/ 3417004 w 6840854"/>
                    <a:gd name="csY500" fmla="*/ 2638870 h 2638629"/>
                    <a:gd name="csX501" fmla="*/ 3423851 w 6840854"/>
                    <a:gd name="csY501" fmla="*/ 2638879 h 2638629"/>
                    <a:gd name="csX502" fmla="*/ 3430699 w 6840854"/>
                    <a:gd name="csY502" fmla="*/ 2638887 h 2638629"/>
                    <a:gd name="csX503" fmla="*/ 3437547 w 6840854"/>
                    <a:gd name="csY503" fmla="*/ 2638893 h 2638629"/>
                    <a:gd name="csX504" fmla="*/ 3444395 w 6840854"/>
                    <a:gd name="csY504" fmla="*/ 2638898 h 2638629"/>
                    <a:gd name="csX505" fmla="*/ 3451242 w 6840854"/>
                    <a:gd name="csY505" fmla="*/ 2638902 h 2638629"/>
                    <a:gd name="csX506" fmla="*/ 3458090 w 6840854"/>
                    <a:gd name="csY506" fmla="*/ 2638905 h 2638629"/>
                    <a:gd name="csX507" fmla="*/ 3464938 w 6840854"/>
                    <a:gd name="csY507" fmla="*/ 2638907 h 2638629"/>
                    <a:gd name="csX508" fmla="*/ 3471785 w 6840854"/>
                    <a:gd name="csY508" fmla="*/ 2638909 h 2638629"/>
                    <a:gd name="csX509" fmla="*/ 3478633 w 6840854"/>
                    <a:gd name="csY509" fmla="*/ 2638911 h 2638629"/>
                    <a:gd name="csX510" fmla="*/ 3485481 w 6840854"/>
                    <a:gd name="csY510" fmla="*/ 2638912 h 2638629"/>
                    <a:gd name="csX511" fmla="*/ 3492329 w 6840854"/>
                    <a:gd name="csY511" fmla="*/ 2638913 h 2638629"/>
                    <a:gd name="csX512" fmla="*/ 3499176 w 6840854"/>
                    <a:gd name="csY512" fmla="*/ 2638913 h 2638629"/>
                    <a:gd name="csX513" fmla="*/ 3506024 w 6840854"/>
                    <a:gd name="csY513" fmla="*/ 2638914 h 2638629"/>
                    <a:gd name="csX514" fmla="*/ 3512872 w 6840854"/>
                    <a:gd name="csY514" fmla="*/ 2638914 h 2638629"/>
                    <a:gd name="csX515" fmla="*/ 3519719 w 6840854"/>
                    <a:gd name="csY515" fmla="*/ 2638915 h 2638629"/>
                    <a:gd name="csX516" fmla="*/ 3526567 w 6840854"/>
                    <a:gd name="csY516" fmla="*/ 2638915 h 2638629"/>
                    <a:gd name="csX517" fmla="*/ 3533415 w 6840854"/>
                    <a:gd name="csY517" fmla="*/ 2638915 h 2638629"/>
                    <a:gd name="csX518" fmla="*/ 3540262 w 6840854"/>
                    <a:gd name="csY518" fmla="*/ 2638915 h 2638629"/>
                    <a:gd name="csX519" fmla="*/ 3547110 w 6840854"/>
                    <a:gd name="csY519" fmla="*/ 2638915 h 2638629"/>
                    <a:gd name="csX520" fmla="*/ 3553958 w 6840854"/>
                    <a:gd name="csY520" fmla="*/ 2638915 h 2638629"/>
                    <a:gd name="csX521" fmla="*/ 3560805 w 6840854"/>
                    <a:gd name="csY521" fmla="*/ 2638915 h 2638629"/>
                    <a:gd name="csX522" fmla="*/ 3567653 w 6840854"/>
                    <a:gd name="csY522" fmla="*/ 2638914 h 2638629"/>
                    <a:gd name="csX523" fmla="*/ 3574501 w 6840854"/>
                    <a:gd name="csY523" fmla="*/ 2638914 h 2638629"/>
                    <a:gd name="csX524" fmla="*/ 3581349 w 6840854"/>
                    <a:gd name="csY524" fmla="*/ 2638914 h 2638629"/>
                    <a:gd name="csX525" fmla="*/ 3588196 w 6840854"/>
                    <a:gd name="csY525" fmla="*/ 2638914 h 2638629"/>
                    <a:gd name="csX526" fmla="*/ 3595044 w 6840854"/>
                    <a:gd name="csY526" fmla="*/ 2638913 h 2638629"/>
                    <a:gd name="csX527" fmla="*/ 3601892 w 6840854"/>
                    <a:gd name="csY527" fmla="*/ 2638913 h 2638629"/>
                    <a:gd name="csX528" fmla="*/ 3608739 w 6840854"/>
                    <a:gd name="csY528" fmla="*/ 2638913 h 2638629"/>
                    <a:gd name="csX529" fmla="*/ 3615587 w 6840854"/>
                    <a:gd name="csY529" fmla="*/ 2638912 h 2638629"/>
                    <a:gd name="csX530" fmla="*/ 3622435 w 6840854"/>
                    <a:gd name="csY530" fmla="*/ 2638912 h 2638629"/>
                    <a:gd name="csX531" fmla="*/ 3629283 w 6840854"/>
                    <a:gd name="csY531" fmla="*/ 2638912 h 2638629"/>
                    <a:gd name="csX532" fmla="*/ 3636130 w 6840854"/>
                    <a:gd name="csY532" fmla="*/ 2638911 h 2638629"/>
                    <a:gd name="csX533" fmla="*/ 3642978 w 6840854"/>
                    <a:gd name="csY533" fmla="*/ 2638911 h 2638629"/>
                    <a:gd name="csX534" fmla="*/ 3649826 w 6840854"/>
                    <a:gd name="csY534" fmla="*/ 2638910 h 2638629"/>
                    <a:gd name="csX535" fmla="*/ 3656673 w 6840854"/>
                    <a:gd name="csY535" fmla="*/ 2638910 h 2638629"/>
                    <a:gd name="csX536" fmla="*/ 3663521 w 6840854"/>
                    <a:gd name="csY536" fmla="*/ 2638909 h 2638629"/>
                    <a:gd name="csX537" fmla="*/ 3670369 w 6840854"/>
                    <a:gd name="csY537" fmla="*/ 2638908 h 2638629"/>
                    <a:gd name="csX538" fmla="*/ 3677217 w 6840854"/>
                    <a:gd name="csY538" fmla="*/ 2638907 h 2638629"/>
                    <a:gd name="csX539" fmla="*/ 3684064 w 6840854"/>
                    <a:gd name="csY539" fmla="*/ 2638907 h 2638629"/>
                    <a:gd name="csX540" fmla="*/ 3690912 w 6840854"/>
                    <a:gd name="csY540" fmla="*/ 2638906 h 2638629"/>
                    <a:gd name="csX541" fmla="*/ 3697759 w 6840854"/>
                    <a:gd name="csY541" fmla="*/ 2638905 h 2638629"/>
                    <a:gd name="csX542" fmla="*/ 3704607 w 6840854"/>
                    <a:gd name="csY542" fmla="*/ 2638904 h 2638629"/>
                    <a:gd name="csX543" fmla="*/ 3711455 w 6840854"/>
                    <a:gd name="csY543" fmla="*/ 2638903 h 2638629"/>
                    <a:gd name="csX544" fmla="*/ 3718303 w 6840854"/>
                    <a:gd name="csY544" fmla="*/ 2638901 h 2638629"/>
                    <a:gd name="csX545" fmla="*/ 3725150 w 6840854"/>
                    <a:gd name="csY545" fmla="*/ 2638900 h 2638629"/>
                    <a:gd name="csX546" fmla="*/ 3731998 w 6840854"/>
                    <a:gd name="csY546" fmla="*/ 2638899 h 2638629"/>
                    <a:gd name="csX547" fmla="*/ 3738846 w 6840854"/>
                    <a:gd name="csY547" fmla="*/ 2638897 h 2638629"/>
                    <a:gd name="csX548" fmla="*/ 3745693 w 6840854"/>
                    <a:gd name="csY548" fmla="*/ 2638896 h 2638629"/>
                    <a:gd name="csX549" fmla="*/ 3752541 w 6840854"/>
                    <a:gd name="csY549" fmla="*/ 2638894 h 2638629"/>
                    <a:gd name="csX550" fmla="*/ 3759389 w 6840854"/>
                    <a:gd name="csY550" fmla="*/ 2638892 h 2638629"/>
                    <a:gd name="csX551" fmla="*/ 3766237 w 6840854"/>
                    <a:gd name="csY551" fmla="*/ 2638890 h 2638629"/>
                    <a:gd name="csX552" fmla="*/ 3773084 w 6840854"/>
                    <a:gd name="csY552" fmla="*/ 2638888 h 2638629"/>
                    <a:gd name="csX553" fmla="*/ 3779932 w 6840854"/>
                    <a:gd name="csY553" fmla="*/ 2638885 h 2638629"/>
                    <a:gd name="csX554" fmla="*/ 3786780 w 6840854"/>
                    <a:gd name="csY554" fmla="*/ 2638883 h 2638629"/>
                    <a:gd name="csX555" fmla="*/ 3793627 w 6840854"/>
                    <a:gd name="csY555" fmla="*/ 2638880 h 2638629"/>
                    <a:gd name="csX556" fmla="*/ 3800475 w 6840854"/>
                    <a:gd name="csY556" fmla="*/ 2638877 h 2638629"/>
                    <a:gd name="csX557" fmla="*/ 3807323 w 6840854"/>
                    <a:gd name="csY557" fmla="*/ 2638874 h 2638629"/>
                    <a:gd name="csX558" fmla="*/ 3814171 w 6840854"/>
                    <a:gd name="csY558" fmla="*/ 2638871 h 2638629"/>
                    <a:gd name="csX559" fmla="*/ 3821018 w 6840854"/>
                    <a:gd name="csY559" fmla="*/ 2638867 h 2638629"/>
                    <a:gd name="csX560" fmla="*/ 3827866 w 6840854"/>
                    <a:gd name="csY560" fmla="*/ 2638863 h 2638629"/>
                    <a:gd name="csX561" fmla="*/ 3834714 w 6840854"/>
                    <a:gd name="csY561" fmla="*/ 2638859 h 2638629"/>
                    <a:gd name="csX562" fmla="*/ 3841562 w 6840854"/>
                    <a:gd name="csY562" fmla="*/ 2638855 h 2638629"/>
                    <a:gd name="csX563" fmla="*/ 3848409 w 6840854"/>
                    <a:gd name="csY563" fmla="*/ 2638850 h 2638629"/>
                    <a:gd name="csX564" fmla="*/ 3855257 w 6840854"/>
                    <a:gd name="csY564" fmla="*/ 2638845 h 2638629"/>
                    <a:gd name="csX565" fmla="*/ 3862104 w 6840854"/>
                    <a:gd name="csY565" fmla="*/ 2638839 h 2638629"/>
                    <a:gd name="csX566" fmla="*/ 3868952 w 6840854"/>
                    <a:gd name="csY566" fmla="*/ 2638833 h 2638629"/>
                    <a:gd name="csX567" fmla="*/ 3875800 w 6840854"/>
                    <a:gd name="csY567" fmla="*/ 2638827 h 2638629"/>
                    <a:gd name="csX568" fmla="*/ 3882647 w 6840854"/>
                    <a:gd name="csY568" fmla="*/ 2638820 h 2638629"/>
                    <a:gd name="csX569" fmla="*/ 3889495 w 6840854"/>
                    <a:gd name="csY569" fmla="*/ 2638813 h 2638629"/>
                    <a:gd name="csX570" fmla="*/ 3896343 w 6840854"/>
                    <a:gd name="csY570" fmla="*/ 2638805 h 2638629"/>
                    <a:gd name="csX571" fmla="*/ 3903191 w 6840854"/>
                    <a:gd name="csY571" fmla="*/ 2638797 h 2638629"/>
                    <a:gd name="csX572" fmla="*/ 3910038 w 6840854"/>
                    <a:gd name="csY572" fmla="*/ 2638788 h 2638629"/>
                    <a:gd name="csX573" fmla="*/ 3916886 w 6840854"/>
                    <a:gd name="csY573" fmla="*/ 2638778 h 2638629"/>
                    <a:gd name="csX574" fmla="*/ 3923734 w 6840854"/>
                    <a:gd name="csY574" fmla="*/ 2638768 h 2638629"/>
                    <a:gd name="csX575" fmla="*/ 3930581 w 6840854"/>
                    <a:gd name="csY575" fmla="*/ 2638757 h 2638629"/>
                    <a:gd name="csX576" fmla="*/ 3937429 w 6840854"/>
                    <a:gd name="csY576" fmla="*/ 2638745 h 2638629"/>
                    <a:gd name="csX577" fmla="*/ 3944277 w 6840854"/>
                    <a:gd name="csY577" fmla="*/ 2638733 h 2638629"/>
                    <a:gd name="csX578" fmla="*/ 3951125 w 6840854"/>
                    <a:gd name="csY578" fmla="*/ 2638720 h 2638629"/>
                    <a:gd name="csX579" fmla="*/ 3957972 w 6840854"/>
                    <a:gd name="csY579" fmla="*/ 2638705 h 2638629"/>
                    <a:gd name="csX580" fmla="*/ 3964820 w 6840854"/>
                    <a:gd name="csY580" fmla="*/ 2638690 h 2638629"/>
                    <a:gd name="csX581" fmla="*/ 3971668 w 6840854"/>
                    <a:gd name="csY581" fmla="*/ 2638674 h 2638629"/>
                    <a:gd name="csX582" fmla="*/ 3978516 w 6840854"/>
                    <a:gd name="csY582" fmla="*/ 2638656 h 2638629"/>
                    <a:gd name="csX583" fmla="*/ 3985363 w 6840854"/>
                    <a:gd name="csY583" fmla="*/ 2638638 h 2638629"/>
                    <a:gd name="csX584" fmla="*/ 3992211 w 6840854"/>
                    <a:gd name="csY584" fmla="*/ 2638618 h 2638629"/>
                    <a:gd name="csX585" fmla="*/ 3999059 w 6840854"/>
                    <a:gd name="csY585" fmla="*/ 2638597 h 2638629"/>
                    <a:gd name="csX586" fmla="*/ 4005906 w 6840854"/>
                    <a:gd name="csY586" fmla="*/ 2638575 h 2638629"/>
                    <a:gd name="csX587" fmla="*/ 4012754 w 6840854"/>
                    <a:gd name="csY587" fmla="*/ 2638551 h 2638629"/>
                    <a:gd name="csX588" fmla="*/ 4019601 w 6840854"/>
                    <a:gd name="csY588" fmla="*/ 2638525 h 2638629"/>
                    <a:gd name="csX589" fmla="*/ 4026449 w 6840854"/>
                    <a:gd name="csY589" fmla="*/ 2638498 h 2638629"/>
                    <a:gd name="csX590" fmla="*/ 4033297 w 6840854"/>
                    <a:gd name="csY590" fmla="*/ 2638469 h 2638629"/>
                    <a:gd name="csX591" fmla="*/ 4040145 w 6840854"/>
                    <a:gd name="csY591" fmla="*/ 2638438 h 2638629"/>
                    <a:gd name="csX592" fmla="*/ 4046992 w 6840854"/>
                    <a:gd name="csY592" fmla="*/ 2638405 h 2638629"/>
                    <a:gd name="csX593" fmla="*/ 4053840 w 6840854"/>
                    <a:gd name="csY593" fmla="*/ 2638370 h 2638629"/>
                    <a:gd name="csX594" fmla="*/ 4060688 w 6840854"/>
                    <a:gd name="csY594" fmla="*/ 2638333 h 2638629"/>
                    <a:gd name="csX595" fmla="*/ 4067535 w 6840854"/>
                    <a:gd name="csY595" fmla="*/ 2638293 h 2638629"/>
                    <a:gd name="csX596" fmla="*/ 4074383 w 6840854"/>
                    <a:gd name="csY596" fmla="*/ 2638251 h 2638629"/>
                    <a:gd name="csX597" fmla="*/ 4081231 w 6840854"/>
                    <a:gd name="csY597" fmla="*/ 2638206 h 2638629"/>
                    <a:gd name="csX598" fmla="*/ 4088079 w 6840854"/>
                    <a:gd name="csY598" fmla="*/ 2638159 h 2638629"/>
                    <a:gd name="csX599" fmla="*/ 4094926 w 6840854"/>
                    <a:gd name="csY599" fmla="*/ 2638108 h 2638629"/>
                    <a:gd name="csX600" fmla="*/ 4101774 w 6840854"/>
                    <a:gd name="csY600" fmla="*/ 2638054 h 2638629"/>
                    <a:gd name="csX601" fmla="*/ 4108622 w 6840854"/>
                    <a:gd name="csY601" fmla="*/ 2637997 h 2638629"/>
                    <a:gd name="csX602" fmla="*/ 4115470 w 6840854"/>
                    <a:gd name="csY602" fmla="*/ 2637937 h 2638629"/>
                    <a:gd name="csX603" fmla="*/ 4122317 w 6840854"/>
                    <a:gd name="csY603" fmla="*/ 2637873 h 2638629"/>
                    <a:gd name="csX604" fmla="*/ 4129165 w 6840854"/>
                    <a:gd name="csY604" fmla="*/ 2637804 h 2638629"/>
                    <a:gd name="csX605" fmla="*/ 4136013 w 6840854"/>
                    <a:gd name="csY605" fmla="*/ 2637732 h 2638629"/>
                    <a:gd name="csX606" fmla="*/ 4142860 w 6840854"/>
                    <a:gd name="csY606" fmla="*/ 2637655 h 2638629"/>
                    <a:gd name="csX607" fmla="*/ 4149708 w 6840854"/>
                    <a:gd name="csY607" fmla="*/ 2637574 h 2638629"/>
                    <a:gd name="csX608" fmla="*/ 4156555 w 6840854"/>
                    <a:gd name="csY608" fmla="*/ 2637487 h 2638629"/>
                    <a:gd name="csX609" fmla="*/ 4163404 w 6840854"/>
                    <a:gd name="csY609" fmla="*/ 2637396 h 2638629"/>
                    <a:gd name="csX610" fmla="*/ 4170251 w 6840854"/>
                    <a:gd name="csY610" fmla="*/ 2637299 h 2638629"/>
                    <a:gd name="csX611" fmla="*/ 4177099 w 6840854"/>
                    <a:gd name="csY611" fmla="*/ 2637197 h 2638629"/>
                    <a:gd name="csX612" fmla="*/ 4183946 w 6840854"/>
                    <a:gd name="csY612" fmla="*/ 2637088 h 2638629"/>
                    <a:gd name="csX613" fmla="*/ 4190794 w 6840854"/>
                    <a:gd name="csY613" fmla="*/ 2636973 h 2638629"/>
                    <a:gd name="csX614" fmla="*/ 4197642 w 6840854"/>
                    <a:gd name="csY614" fmla="*/ 2636851 h 2638629"/>
                    <a:gd name="csX615" fmla="*/ 4204490 w 6840854"/>
                    <a:gd name="csY615" fmla="*/ 2636723 h 2638629"/>
                    <a:gd name="csX616" fmla="*/ 4211338 w 6840854"/>
                    <a:gd name="csY616" fmla="*/ 2636586 h 2638629"/>
                    <a:gd name="csX617" fmla="*/ 4218185 w 6840854"/>
                    <a:gd name="csY617" fmla="*/ 2636443 h 2638629"/>
                    <a:gd name="csX618" fmla="*/ 4225033 w 6840854"/>
                    <a:gd name="csY618" fmla="*/ 2636290 h 2638629"/>
                    <a:gd name="csX619" fmla="*/ 4231880 w 6840854"/>
                    <a:gd name="csY619" fmla="*/ 2636129 h 2638629"/>
                    <a:gd name="csX620" fmla="*/ 4238728 w 6840854"/>
                    <a:gd name="csY620" fmla="*/ 2635960 h 2638629"/>
                    <a:gd name="csX621" fmla="*/ 4245576 w 6840854"/>
                    <a:gd name="csY621" fmla="*/ 2635780 h 2638629"/>
                    <a:gd name="csX622" fmla="*/ 4252424 w 6840854"/>
                    <a:gd name="csY622" fmla="*/ 2635591 h 2638629"/>
                    <a:gd name="csX623" fmla="*/ 4259271 w 6840854"/>
                    <a:gd name="csY623" fmla="*/ 2635391 h 2638629"/>
                    <a:gd name="csX624" fmla="*/ 4266119 w 6840854"/>
                    <a:gd name="csY624" fmla="*/ 2635179 h 2638629"/>
                    <a:gd name="csX625" fmla="*/ 4272967 w 6840854"/>
                    <a:gd name="csY625" fmla="*/ 2634957 h 2638629"/>
                    <a:gd name="csX626" fmla="*/ 4279814 w 6840854"/>
                    <a:gd name="csY626" fmla="*/ 2634722 h 2638629"/>
                    <a:gd name="csX627" fmla="*/ 4286662 w 6840854"/>
                    <a:gd name="csY627" fmla="*/ 2634474 h 2638629"/>
                    <a:gd name="csX628" fmla="*/ 4293510 w 6840854"/>
                    <a:gd name="csY628" fmla="*/ 2634213 h 2638629"/>
                    <a:gd name="csX629" fmla="*/ 4300358 w 6840854"/>
                    <a:gd name="csY629" fmla="*/ 2633938 h 2638629"/>
                    <a:gd name="csX630" fmla="*/ 4307205 w 6840854"/>
                    <a:gd name="csY630" fmla="*/ 2633648 h 2638629"/>
                    <a:gd name="csX631" fmla="*/ 4314053 w 6840854"/>
                    <a:gd name="csY631" fmla="*/ 2633342 h 2638629"/>
                    <a:gd name="csX632" fmla="*/ 4320901 w 6840854"/>
                    <a:gd name="csY632" fmla="*/ 2633021 h 2638629"/>
                    <a:gd name="csX633" fmla="*/ 4327748 w 6840854"/>
                    <a:gd name="csY633" fmla="*/ 2632682 h 2638629"/>
                    <a:gd name="csX634" fmla="*/ 4334596 w 6840854"/>
                    <a:gd name="csY634" fmla="*/ 2632326 h 2638629"/>
                    <a:gd name="csX635" fmla="*/ 4341444 w 6840854"/>
                    <a:gd name="csY635" fmla="*/ 2631951 h 2638629"/>
                    <a:gd name="csX636" fmla="*/ 4348292 w 6840854"/>
                    <a:gd name="csY636" fmla="*/ 2631557 h 2638629"/>
                    <a:gd name="csX637" fmla="*/ 4355139 w 6840854"/>
                    <a:gd name="csY637" fmla="*/ 2631142 h 2638629"/>
                    <a:gd name="csX638" fmla="*/ 4361987 w 6840854"/>
                    <a:gd name="csY638" fmla="*/ 2630706 h 2638629"/>
                    <a:gd name="csX639" fmla="*/ 4368835 w 6840854"/>
                    <a:gd name="csY639" fmla="*/ 2630248 h 2638629"/>
                    <a:gd name="csX640" fmla="*/ 4375682 w 6840854"/>
                    <a:gd name="csY640" fmla="*/ 2629767 h 2638629"/>
                    <a:gd name="csX641" fmla="*/ 4382530 w 6840854"/>
                    <a:gd name="csY641" fmla="*/ 2629261 h 2638629"/>
                    <a:gd name="csX642" fmla="*/ 4389378 w 6840854"/>
                    <a:gd name="csY642" fmla="*/ 2628730 h 2638629"/>
                    <a:gd name="csX643" fmla="*/ 4396225 w 6840854"/>
                    <a:gd name="csY643" fmla="*/ 2628173 h 2638629"/>
                    <a:gd name="csX644" fmla="*/ 4403073 w 6840854"/>
                    <a:gd name="csY644" fmla="*/ 2627588 h 2638629"/>
                    <a:gd name="csX645" fmla="*/ 4409921 w 6840854"/>
                    <a:gd name="csY645" fmla="*/ 2626974 h 2638629"/>
                    <a:gd name="csX646" fmla="*/ 4416768 w 6840854"/>
                    <a:gd name="csY646" fmla="*/ 2626330 h 2638629"/>
                    <a:gd name="csX647" fmla="*/ 4423616 w 6840854"/>
                    <a:gd name="csY647" fmla="*/ 2625655 h 2638629"/>
                    <a:gd name="csX648" fmla="*/ 4430464 w 6840854"/>
                    <a:gd name="csY648" fmla="*/ 2624948 h 2638629"/>
                    <a:gd name="csX649" fmla="*/ 4437312 w 6840854"/>
                    <a:gd name="csY649" fmla="*/ 2624206 h 2638629"/>
                    <a:gd name="csX650" fmla="*/ 4444159 w 6840854"/>
                    <a:gd name="csY650" fmla="*/ 2623429 h 2638629"/>
                    <a:gd name="csX651" fmla="*/ 4451007 w 6840854"/>
                    <a:gd name="csY651" fmla="*/ 2622615 h 2638629"/>
                    <a:gd name="csX652" fmla="*/ 4457855 w 6840854"/>
                    <a:gd name="csY652" fmla="*/ 2621763 h 2638629"/>
                    <a:gd name="csX653" fmla="*/ 4464702 w 6840854"/>
                    <a:gd name="csY653" fmla="*/ 2620871 h 2638629"/>
                    <a:gd name="csX654" fmla="*/ 4471550 w 6840854"/>
                    <a:gd name="csY654" fmla="*/ 2619937 h 2638629"/>
                    <a:gd name="csX655" fmla="*/ 4478398 w 6840854"/>
                    <a:gd name="csY655" fmla="*/ 2618961 h 2638629"/>
                    <a:gd name="csX656" fmla="*/ 4485246 w 6840854"/>
                    <a:gd name="csY656" fmla="*/ 2617939 h 2638629"/>
                    <a:gd name="csX657" fmla="*/ 4492093 w 6840854"/>
                    <a:gd name="csY657" fmla="*/ 2616870 h 2638629"/>
                    <a:gd name="csX658" fmla="*/ 4498941 w 6840854"/>
                    <a:gd name="csY658" fmla="*/ 2615754 h 2638629"/>
                    <a:gd name="csX659" fmla="*/ 4505789 w 6840854"/>
                    <a:gd name="csY659" fmla="*/ 2614586 h 2638629"/>
                    <a:gd name="csX660" fmla="*/ 4512636 w 6840854"/>
                    <a:gd name="csY660" fmla="*/ 2613367 h 2638629"/>
                    <a:gd name="csX661" fmla="*/ 4519484 w 6840854"/>
                    <a:gd name="csY661" fmla="*/ 2612093 h 2638629"/>
                    <a:gd name="csX662" fmla="*/ 4526332 w 6840854"/>
                    <a:gd name="csY662" fmla="*/ 2610763 h 2638629"/>
                    <a:gd name="csX663" fmla="*/ 4533180 w 6840854"/>
                    <a:gd name="csY663" fmla="*/ 2609375 h 2638629"/>
                    <a:gd name="csX664" fmla="*/ 4540027 w 6840854"/>
                    <a:gd name="csY664" fmla="*/ 2607926 h 2638629"/>
                    <a:gd name="csX665" fmla="*/ 4546875 w 6840854"/>
                    <a:gd name="csY665" fmla="*/ 2606415 h 2638629"/>
                    <a:gd name="csX666" fmla="*/ 4553722 w 6840854"/>
                    <a:gd name="csY666" fmla="*/ 2604838 h 2638629"/>
                    <a:gd name="csX667" fmla="*/ 4560570 w 6840854"/>
                    <a:gd name="csY667" fmla="*/ 2603194 h 2638629"/>
                    <a:gd name="csX668" fmla="*/ 4567418 w 6840854"/>
                    <a:gd name="csY668" fmla="*/ 2601481 h 2638629"/>
                    <a:gd name="csX669" fmla="*/ 4574266 w 6840854"/>
                    <a:gd name="csY669" fmla="*/ 2599695 h 2638629"/>
                    <a:gd name="csX670" fmla="*/ 4581113 w 6840854"/>
                    <a:gd name="csY670" fmla="*/ 2597835 h 2638629"/>
                    <a:gd name="csX671" fmla="*/ 4587961 w 6840854"/>
                    <a:gd name="csY671" fmla="*/ 2595897 h 2638629"/>
                    <a:gd name="csX672" fmla="*/ 4594809 w 6840854"/>
                    <a:gd name="csY672" fmla="*/ 2593880 h 2638629"/>
                    <a:gd name="csX673" fmla="*/ 4601656 w 6840854"/>
                    <a:gd name="csY673" fmla="*/ 2591780 h 2638629"/>
                    <a:gd name="csX674" fmla="*/ 4608504 w 6840854"/>
                    <a:gd name="csY674" fmla="*/ 2589595 h 2638629"/>
                    <a:gd name="csX675" fmla="*/ 4615352 w 6840854"/>
                    <a:gd name="csY675" fmla="*/ 2587322 h 2638629"/>
                    <a:gd name="csX676" fmla="*/ 4622200 w 6840854"/>
                    <a:gd name="csY676" fmla="*/ 2584958 h 2638629"/>
                    <a:gd name="csX677" fmla="*/ 4629047 w 6840854"/>
                    <a:gd name="csY677" fmla="*/ 2582500 h 2638629"/>
                    <a:gd name="csX678" fmla="*/ 4635895 w 6840854"/>
                    <a:gd name="csY678" fmla="*/ 2579945 h 2638629"/>
                    <a:gd name="csX679" fmla="*/ 4642743 w 6840854"/>
                    <a:gd name="csY679" fmla="*/ 2577291 h 2638629"/>
                    <a:gd name="csX680" fmla="*/ 4649590 w 6840854"/>
                    <a:gd name="csY680" fmla="*/ 2574533 h 2638629"/>
                    <a:gd name="csX681" fmla="*/ 4656438 w 6840854"/>
                    <a:gd name="csY681" fmla="*/ 2571670 h 2638629"/>
                    <a:gd name="csX682" fmla="*/ 4663286 w 6840854"/>
                    <a:gd name="csY682" fmla="*/ 2568697 h 2638629"/>
                    <a:gd name="csX683" fmla="*/ 4670134 w 6840854"/>
                    <a:gd name="csY683" fmla="*/ 2565611 h 2638629"/>
                    <a:gd name="csX684" fmla="*/ 4676981 w 6840854"/>
                    <a:gd name="csY684" fmla="*/ 2562409 h 2638629"/>
                    <a:gd name="csX685" fmla="*/ 4683829 w 6840854"/>
                    <a:gd name="csY685" fmla="*/ 2559088 h 2638629"/>
                    <a:gd name="csX686" fmla="*/ 4690676 w 6840854"/>
                    <a:gd name="csY686" fmla="*/ 2555645 h 2638629"/>
                    <a:gd name="csX687" fmla="*/ 4697524 w 6840854"/>
                    <a:gd name="csY687" fmla="*/ 2552074 h 2638629"/>
                    <a:gd name="csX688" fmla="*/ 4704372 w 6840854"/>
                    <a:gd name="csY688" fmla="*/ 2548375 h 2638629"/>
                    <a:gd name="csX689" fmla="*/ 4711220 w 6840854"/>
                    <a:gd name="csY689" fmla="*/ 2544541 h 2638629"/>
                    <a:gd name="csX690" fmla="*/ 4718067 w 6840854"/>
                    <a:gd name="csY690" fmla="*/ 2540571 h 2638629"/>
                    <a:gd name="csX691" fmla="*/ 4724915 w 6840854"/>
                    <a:gd name="csY691" fmla="*/ 2536460 h 2638629"/>
                    <a:gd name="csX692" fmla="*/ 4731763 w 6840854"/>
                    <a:gd name="csY692" fmla="*/ 2532204 h 2638629"/>
                    <a:gd name="csX693" fmla="*/ 4738610 w 6840854"/>
                    <a:gd name="csY693" fmla="*/ 2527800 h 2638629"/>
                    <a:gd name="csX694" fmla="*/ 4745458 w 6840854"/>
                    <a:gd name="csY694" fmla="*/ 2523244 h 2638629"/>
                    <a:gd name="csX695" fmla="*/ 4752306 w 6840854"/>
                    <a:gd name="csY695" fmla="*/ 2518533 h 2638629"/>
                    <a:gd name="csX696" fmla="*/ 4759154 w 6840854"/>
                    <a:gd name="csY696" fmla="*/ 2513661 h 2638629"/>
                    <a:gd name="csX697" fmla="*/ 4766001 w 6840854"/>
                    <a:gd name="csY697" fmla="*/ 2508626 h 2638629"/>
                    <a:gd name="csX698" fmla="*/ 4772849 w 6840854"/>
                    <a:gd name="csY698" fmla="*/ 2503423 h 2638629"/>
                    <a:gd name="csX699" fmla="*/ 4779697 w 6840854"/>
                    <a:gd name="csY699" fmla="*/ 2498048 h 2638629"/>
                    <a:gd name="csX700" fmla="*/ 4786544 w 6840854"/>
                    <a:gd name="csY700" fmla="*/ 2492498 h 2638629"/>
                    <a:gd name="csX701" fmla="*/ 4793392 w 6840854"/>
                    <a:gd name="csY701" fmla="*/ 2486768 h 2638629"/>
                    <a:gd name="csX702" fmla="*/ 4800240 w 6840854"/>
                    <a:gd name="csY702" fmla="*/ 2480854 h 2638629"/>
                    <a:gd name="csX703" fmla="*/ 4807088 w 6840854"/>
                    <a:gd name="csY703" fmla="*/ 2474753 h 2638629"/>
                    <a:gd name="csX704" fmla="*/ 4813935 w 6840854"/>
                    <a:gd name="csY704" fmla="*/ 2468460 h 2638629"/>
                    <a:gd name="csX705" fmla="*/ 4820783 w 6840854"/>
                    <a:gd name="csY705" fmla="*/ 2461971 h 2638629"/>
                    <a:gd name="csX706" fmla="*/ 4827631 w 6840854"/>
                    <a:gd name="csY706" fmla="*/ 2455282 h 2638629"/>
                    <a:gd name="csX707" fmla="*/ 4834478 w 6840854"/>
                    <a:gd name="csY707" fmla="*/ 2448390 h 2638629"/>
                    <a:gd name="csX708" fmla="*/ 4841326 w 6840854"/>
                    <a:gd name="csY708" fmla="*/ 2441289 h 2638629"/>
                    <a:gd name="csX709" fmla="*/ 4848174 w 6840854"/>
                    <a:gd name="csY709" fmla="*/ 2433976 h 2638629"/>
                    <a:gd name="csX710" fmla="*/ 4855022 w 6840854"/>
                    <a:gd name="csY710" fmla="*/ 2426447 h 2638629"/>
                    <a:gd name="csX711" fmla="*/ 4861869 w 6840854"/>
                    <a:gd name="csY711" fmla="*/ 2418698 h 2638629"/>
                    <a:gd name="csX712" fmla="*/ 4868717 w 6840854"/>
                    <a:gd name="csY712" fmla="*/ 2410725 h 2638629"/>
                    <a:gd name="csX713" fmla="*/ 4875564 w 6840854"/>
                    <a:gd name="csY713" fmla="*/ 2402523 h 2638629"/>
                    <a:gd name="csX714" fmla="*/ 4882412 w 6840854"/>
                    <a:gd name="csY714" fmla="*/ 2394090 h 2638629"/>
                    <a:gd name="csX715" fmla="*/ 4889260 w 6840854"/>
                    <a:gd name="csY715" fmla="*/ 2385421 h 2638629"/>
                    <a:gd name="csX716" fmla="*/ 4896108 w 6840854"/>
                    <a:gd name="csY716" fmla="*/ 2376513 h 2638629"/>
                    <a:gd name="csX717" fmla="*/ 4902955 w 6840854"/>
                    <a:gd name="csY717" fmla="*/ 2367361 h 2638629"/>
                    <a:gd name="csX718" fmla="*/ 4909803 w 6840854"/>
                    <a:gd name="csY718" fmla="*/ 2357962 h 2638629"/>
                    <a:gd name="csX719" fmla="*/ 4916651 w 6840854"/>
                    <a:gd name="csY719" fmla="*/ 2348312 h 2638629"/>
                    <a:gd name="csX720" fmla="*/ 4923498 w 6840854"/>
                    <a:gd name="csY720" fmla="*/ 2338408 h 2638629"/>
                    <a:gd name="csX721" fmla="*/ 4930346 w 6840854"/>
                    <a:gd name="csY721" fmla="*/ 2328246 h 2638629"/>
                    <a:gd name="csX722" fmla="*/ 4937194 w 6840854"/>
                    <a:gd name="csY722" fmla="*/ 2317822 h 2638629"/>
                    <a:gd name="csX723" fmla="*/ 4944042 w 6840854"/>
                    <a:gd name="csY723" fmla="*/ 2307134 h 2638629"/>
                    <a:gd name="csX724" fmla="*/ 4950889 w 6840854"/>
                    <a:gd name="csY724" fmla="*/ 2296179 h 2638629"/>
                    <a:gd name="csX725" fmla="*/ 4957737 w 6840854"/>
                    <a:gd name="csY725" fmla="*/ 2284952 h 2638629"/>
                    <a:gd name="csX726" fmla="*/ 4964585 w 6840854"/>
                    <a:gd name="csY726" fmla="*/ 2273451 h 2638629"/>
                    <a:gd name="csX727" fmla="*/ 4971432 w 6840854"/>
                    <a:gd name="csY727" fmla="*/ 2261674 h 2638629"/>
                    <a:gd name="csX728" fmla="*/ 4978280 w 6840854"/>
                    <a:gd name="csY728" fmla="*/ 2249616 h 2638629"/>
                    <a:gd name="csX729" fmla="*/ 4985128 w 6840854"/>
                    <a:gd name="csY729" fmla="*/ 2237277 h 2638629"/>
                    <a:gd name="csX730" fmla="*/ 4991976 w 6840854"/>
                    <a:gd name="csY730" fmla="*/ 2224652 h 2638629"/>
                    <a:gd name="csX731" fmla="*/ 4998823 w 6840854"/>
                    <a:gd name="csY731" fmla="*/ 2211741 h 2638629"/>
                    <a:gd name="csX732" fmla="*/ 5005671 w 6840854"/>
                    <a:gd name="csY732" fmla="*/ 2198540 h 2638629"/>
                    <a:gd name="csX733" fmla="*/ 5012518 w 6840854"/>
                    <a:gd name="csY733" fmla="*/ 2185047 h 2638629"/>
                    <a:gd name="csX734" fmla="*/ 5019367 w 6840854"/>
                    <a:gd name="csY734" fmla="*/ 2171261 h 2638629"/>
                    <a:gd name="csX735" fmla="*/ 5026214 w 6840854"/>
                    <a:gd name="csY735" fmla="*/ 2157180 h 2638629"/>
                    <a:gd name="csX736" fmla="*/ 5033062 w 6840854"/>
                    <a:gd name="csY736" fmla="*/ 2142802 h 2638629"/>
                    <a:gd name="csX737" fmla="*/ 5039909 w 6840854"/>
                    <a:gd name="csY737" fmla="*/ 2128126 h 2638629"/>
                    <a:gd name="csX738" fmla="*/ 5046757 w 6840854"/>
                    <a:gd name="csY738" fmla="*/ 2113151 h 2638629"/>
                    <a:gd name="csX739" fmla="*/ 5053605 w 6840854"/>
                    <a:gd name="csY739" fmla="*/ 2097875 h 2638629"/>
                    <a:gd name="csX740" fmla="*/ 5060452 w 6840854"/>
                    <a:gd name="csY740" fmla="*/ 2082299 h 2638629"/>
                    <a:gd name="csX741" fmla="*/ 5067300 w 6840854"/>
                    <a:gd name="csY741" fmla="*/ 2066421 h 2638629"/>
                    <a:gd name="csX742" fmla="*/ 5074148 w 6840854"/>
                    <a:gd name="csY742" fmla="*/ 2050241 h 2638629"/>
                    <a:gd name="csX743" fmla="*/ 5080996 w 6840854"/>
                    <a:gd name="csY743" fmla="*/ 2033759 h 2638629"/>
                    <a:gd name="csX744" fmla="*/ 5087843 w 6840854"/>
                    <a:gd name="csY744" fmla="*/ 2016975 h 2638629"/>
                    <a:gd name="csX745" fmla="*/ 5094691 w 6840854"/>
                    <a:gd name="csY745" fmla="*/ 1999889 h 2638629"/>
                    <a:gd name="csX746" fmla="*/ 5101539 w 6840854"/>
                    <a:gd name="csY746" fmla="*/ 1982503 h 2638629"/>
                    <a:gd name="csX747" fmla="*/ 5108387 w 6840854"/>
                    <a:gd name="csY747" fmla="*/ 1964816 h 2638629"/>
                    <a:gd name="csX748" fmla="*/ 5115234 w 6840854"/>
                    <a:gd name="csY748" fmla="*/ 1946831 h 2638629"/>
                    <a:gd name="csX749" fmla="*/ 5122082 w 6840854"/>
                    <a:gd name="csY749" fmla="*/ 1928548 h 2638629"/>
                    <a:gd name="csX750" fmla="*/ 5128930 w 6840854"/>
                    <a:gd name="csY750" fmla="*/ 1909969 h 2638629"/>
                    <a:gd name="csX751" fmla="*/ 5135777 w 6840854"/>
                    <a:gd name="csY751" fmla="*/ 1891095 h 2638629"/>
                    <a:gd name="csX752" fmla="*/ 5142625 w 6840854"/>
                    <a:gd name="csY752" fmla="*/ 1871930 h 2638629"/>
                    <a:gd name="csX753" fmla="*/ 5149473 w 6840854"/>
                    <a:gd name="csY753" fmla="*/ 1852476 h 2638629"/>
                    <a:gd name="csX754" fmla="*/ 5156321 w 6840854"/>
                    <a:gd name="csY754" fmla="*/ 1832735 h 2638629"/>
                    <a:gd name="csX755" fmla="*/ 5163168 w 6840854"/>
                    <a:gd name="csY755" fmla="*/ 1812710 h 2638629"/>
                    <a:gd name="csX756" fmla="*/ 5170016 w 6840854"/>
                    <a:gd name="csY756" fmla="*/ 1792405 h 2638629"/>
                    <a:gd name="csX757" fmla="*/ 5176863 w 6840854"/>
                    <a:gd name="csY757" fmla="*/ 1771824 h 2638629"/>
                    <a:gd name="csX758" fmla="*/ 5183711 w 6840854"/>
                    <a:gd name="csY758" fmla="*/ 1750969 h 2638629"/>
                    <a:gd name="csX759" fmla="*/ 5190559 w 6840854"/>
                    <a:gd name="csY759" fmla="*/ 1729847 h 2638629"/>
                    <a:gd name="csX760" fmla="*/ 5197406 w 6840854"/>
                    <a:gd name="csY760" fmla="*/ 1708461 h 2638629"/>
                    <a:gd name="csX761" fmla="*/ 5204254 w 6840854"/>
                    <a:gd name="csY761" fmla="*/ 1686816 h 2638629"/>
                    <a:gd name="csX762" fmla="*/ 5211102 w 6840854"/>
                    <a:gd name="csY762" fmla="*/ 1664917 h 2638629"/>
                    <a:gd name="csX763" fmla="*/ 5217950 w 6840854"/>
                    <a:gd name="csY763" fmla="*/ 1642770 h 2638629"/>
                    <a:gd name="csX764" fmla="*/ 5224797 w 6840854"/>
                    <a:gd name="csY764" fmla="*/ 1620381 h 2638629"/>
                    <a:gd name="csX765" fmla="*/ 5231645 w 6840854"/>
                    <a:gd name="csY765" fmla="*/ 1597756 h 2638629"/>
                    <a:gd name="csX766" fmla="*/ 5238493 w 6840854"/>
                    <a:gd name="csY766" fmla="*/ 1574901 h 2638629"/>
                    <a:gd name="csX767" fmla="*/ 5245341 w 6840854"/>
                    <a:gd name="csY767" fmla="*/ 1551824 h 2638629"/>
                    <a:gd name="csX768" fmla="*/ 5252188 w 6840854"/>
                    <a:gd name="csY768" fmla="*/ 1528530 h 2638629"/>
                    <a:gd name="csX769" fmla="*/ 5259036 w 6840854"/>
                    <a:gd name="csY769" fmla="*/ 1505029 h 2638629"/>
                    <a:gd name="csX770" fmla="*/ 5265884 w 6840854"/>
                    <a:gd name="csY770" fmla="*/ 1481327 h 2638629"/>
                    <a:gd name="csX771" fmla="*/ 5272731 w 6840854"/>
                    <a:gd name="csY771" fmla="*/ 1457433 h 2638629"/>
                    <a:gd name="csX772" fmla="*/ 5279579 w 6840854"/>
                    <a:gd name="csY772" fmla="*/ 1433354 h 2638629"/>
                    <a:gd name="csX773" fmla="*/ 5286427 w 6840854"/>
                    <a:gd name="csY773" fmla="*/ 1409101 h 2638629"/>
                    <a:gd name="csX774" fmla="*/ 5293275 w 6840854"/>
                    <a:gd name="csY774" fmla="*/ 1384681 h 2638629"/>
                    <a:gd name="csX775" fmla="*/ 5300122 w 6840854"/>
                    <a:gd name="csY775" fmla="*/ 1360105 h 2638629"/>
                    <a:gd name="csX776" fmla="*/ 5306970 w 6840854"/>
                    <a:gd name="csY776" fmla="*/ 1335382 h 2638629"/>
                    <a:gd name="csX777" fmla="*/ 5313818 w 6840854"/>
                    <a:gd name="csY777" fmla="*/ 1310521 h 2638629"/>
                    <a:gd name="csX778" fmla="*/ 5320665 w 6840854"/>
                    <a:gd name="csY778" fmla="*/ 1285533 h 2638629"/>
                    <a:gd name="csX779" fmla="*/ 5327513 w 6840854"/>
                    <a:gd name="csY779" fmla="*/ 1260429 h 2638629"/>
                    <a:gd name="csX780" fmla="*/ 5334360 w 6840854"/>
                    <a:gd name="csY780" fmla="*/ 1235220 h 2638629"/>
                    <a:gd name="csX781" fmla="*/ 5341208 w 6840854"/>
                    <a:gd name="csY781" fmla="*/ 1209916 h 2638629"/>
                    <a:gd name="csX782" fmla="*/ 5348056 w 6840854"/>
                    <a:gd name="csY782" fmla="*/ 1184529 h 2638629"/>
                    <a:gd name="csX783" fmla="*/ 5354904 w 6840854"/>
                    <a:gd name="csY783" fmla="*/ 1159070 h 2638629"/>
                    <a:gd name="csX784" fmla="*/ 5361751 w 6840854"/>
                    <a:gd name="csY784" fmla="*/ 1133552 h 2638629"/>
                    <a:gd name="csX785" fmla="*/ 5368599 w 6840854"/>
                    <a:gd name="csY785" fmla="*/ 1107987 h 2638629"/>
                    <a:gd name="csX786" fmla="*/ 5375447 w 6840854"/>
                    <a:gd name="csY786" fmla="*/ 1082388 h 2638629"/>
                    <a:gd name="csX787" fmla="*/ 5382295 w 6840854"/>
                    <a:gd name="csY787" fmla="*/ 1056765 h 2638629"/>
                    <a:gd name="csX788" fmla="*/ 5389142 w 6840854"/>
                    <a:gd name="csY788" fmla="*/ 1031134 h 2638629"/>
                    <a:gd name="csX789" fmla="*/ 5395990 w 6840854"/>
                    <a:gd name="csY789" fmla="*/ 1005506 h 2638629"/>
                    <a:gd name="csX790" fmla="*/ 5402838 w 6840854"/>
                    <a:gd name="csY790" fmla="*/ 979896 h 2638629"/>
                    <a:gd name="csX791" fmla="*/ 5409685 w 6840854"/>
                    <a:gd name="csY791" fmla="*/ 954316 h 2638629"/>
                    <a:gd name="csX792" fmla="*/ 5416533 w 6840854"/>
                    <a:gd name="csY792" fmla="*/ 928780 h 2638629"/>
                    <a:gd name="csX793" fmla="*/ 5423381 w 6840854"/>
                    <a:gd name="csY793" fmla="*/ 903303 h 2638629"/>
                    <a:gd name="csX794" fmla="*/ 5430229 w 6840854"/>
                    <a:gd name="csY794" fmla="*/ 877898 h 2638629"/>
                    <a:gd name="csX795" fmla="*/ 5437076 w 6840854"/>
                    <a:gd name="csY795" fmla="*/ 852579 h 2638629"/>
                    <a:gd name="csX796" fmla="*/ 5443924 w 6840854"/>
                    <a:gd name="csY796" fmla="*/ 827361 h 2638629"/>
                    <a:gd name="csX797" fmla="*/ 5450772 w 6840854"/>
                    <a:gd name="csY797" fmla="*/ 802258 h 2638629"/>
                    <a:gd name="csX798" fmla="*/ 5457619 w 6840854"/>
                    <a:gd name="csY798" fmla="*/ 777285 h 2638629"/>
                    <a:gd name="csX799" fmla="*/ 5464467 w 6840854"/>
                    <a:gd name="csY799" fmla="*/ 752457 h 2638629"/>
                    <a:gd name="csX800" fmla="*/ 5471315 w 6840854"/>
                    <a:gd name="csY800" fmla="*/ 727787 h 2638629"/>
                    <a:gd name="csX801" fmla="*/ 5478163 w 6840854"/>
                    <a:gd name="csY801" fmla="*/ 703292 h 2638629"/>
                    <a:gd name="csX802" fmla="*/ 5485010 w 6840854"/>
                    <a:gd name="csY802" fmla="*/ 678985 h 2638629"/>
                    <a:gd name="csX803" fmla="*/ 5491858 w 6840854"/>
                    <a:gd name="csY803" fmla="*/ 654882 h 2638629"/>
                    <a:gd name="csX804" fmla="*/ 5498705 w 6840854"/>
                    <a:gd name="csY804" fmla="*/ 630998 h 2638629"/>
                    <a:gd name="csX805" fmla="*/ 5505553 w 6840854"/>
                    <a:gd name="csY805" fmla="*/ 607347 h 2638629"/>
                    <a:gd name="csX806" fmla="*/ 5512401 w 6840854"/>
                    <a:gd name="csY806" fmla="*/ 583945 h 2638629"/>
                    <a:gd name="csX807" fmla="*/ 5519249 w 6840854"/>
                    <a:gd name="csY807" fmla="*/ 560807 h 2638629"/>
                    <a:gd name="csX808" fmla="*/ 5526096 w 6840854"/>
                    <a:gd name="csY808" fmla="*/ 537947 h 2638629"/>
                    <a:gd name="csX809" fmla="*/ 5532944 w 6840854"/>
                    <a:gd name="csY809" fmla="*/ 515380 h 2638629"/>
                    <a:gd name="csX810" fmla="*/ 5539792 w 6840854"/>
                    <a:gd name="csY810" fmla="*/ 493122 h 2638629"/>
                    <a:gd name="csX811" fmla="*/ 5546639 w 6840854"/>
                    <a:gd name="csY811" fmla="*/ 471186 h 2638629"/>
                    <a:gd name="csX812" fmla="*/ 5553487 w 6840854"/>
                    <a:gd name="csY812" fmla="*/ 449588 h 2638629"/>
                    <a:gd name="csX813" fmla="*/ 5560335 w 6840854"/>
                    <a:gd name="csY813" fmla="*/ 428342 h 2638629"/>
                    <a:gd name="csX814" fmla="*/ 5567183 w 6840854"/>
                    <a:gd name="csY814" fmla="*/ 407462 h 2638629"/>
                    <a:gd name="csX815" fmla="*/ 5574030 w 6840854"/>
                    <a:gd name="csY815" fmla="*/ 386962 h 2638629"/>
                    <a:gd name="csX816" fmla="*/ 5580878 w 6840854"/>
                    <a:gd name="csY816" fmla="*/ 366857 h 2638629"/>
                    <a:gd name="csX817" fmla="*/ 5587726 w 6840854"/>
                    <a:gd name="csY817" fmla="*/ 347161 h 2638629"/>
                    <a:gd name="csX818" fmla="*/ 5594573 w 6840854"/>
                    <a:gd name="csY818" fmla="*/ 327886 h 2638629"/>
                    <a:gd name="csX819" fmla="*/ 5601421 w 6840854"/>
                    <a:gd name="csY819" fmla="*/ 309047 h 2638629"/>
                    <a:gd name="csX820" fmla="*/ 5608269 w 6840854"/>
                    <a:gd name="csY820" fmla="*/ 290658 h 2638629"/>
                    <a:gd name="csX821" fmla="*/ 5615117 w 6840854"/>
                    <a:gd name="csY821" fmla="*/ 272730 h 2638629"/>
                    <a:gd name="csX822" fmla="*/ 5621964 w 6840854"/>
                    <a:gd name="csY822" fmla="*/ 255276 h 2638629"/>
                    <a:gd name="csX823" fmla="*/ 5628812 w 6840854"/>
                    <a:gd name="csY823" fmla="*/ 238310 h 2638629"/>
                    <a:gd name="csX824" fmla="*/ 5635660 w 6840854"/>
                    <a:gd name="csY824" fmla="*/ 221843 h 2638629"/>
                    <a:gd name="csX825" fmla="*/ 5642507 w 6840854"/>
                    <a:gd name="csY825" fmla="*/ 205887 h 2638629"/>
                    <a:gd name="csX826" fmla="*/ 5649355 w 6840854"/>
                    <a:gd name="csY826" fmla="*/ 190455 h 2638629"/>
                    <a:gd name="csX827" fmla="*/ 5656203 w 6840854"/>
                    <a:gd name="csY827" fmla="*/ 175556 h 2638629"/>
                    <a:gd name="csX828" fmla="*/ 5663050 w 6840854"/>
                    <a:gd name="csY828" fmla="*/ 161202 h 2638629"/>
                    <a:gd name="csX829" fmla="*/ 5669898 w 6840854"/>
                    <a:gd name="csY829" fmla="*/ 147403 h 2638629"/>
                    <a:gd name="csX830" fmla="*/ 5676746 w 6840854"/>
                    <a:gd name="csY830" fmla="*/ 134171 h 2638629"/>
                    <a:gd name="csX831" fmla="*/ 5683593 w 6840854"/>
                    <a:gd name="csY831" fmla="*/ 121514 h 2638629"/>
                    <a:gd name="csX832" fmla="*/ 5690441 w 6840854"/>
                    <a:gd name="csY832" fmla="*/ 109442 h 2638629"/>
                    <a:gd name="csX833" fmla="*/ 5697289 w 6840854"/>
                    <a:gd name="csY833" fmla="*/ 97964 h 2638629"/>
                    <a:gd name="csX834" fmla="*/ 5704137 w 6840854"/>
                    <a:gd name="csY834" fmla="*/ 87089 h 2638629"/>
                    <a:gd name="csX835" fmla="*/ 5710984 w 6840854"/>
                    <a:gd name="csY835" fmla="*/ 76824 h 2638629"/>
                    <a:gd name="csX836" fmla="*/ 5717832 w 6840854"/>
                    <a:gd name="csY836" fmla="*/ 67178 h 2638629"/>
                    <a:gd name="csX837" fmla="*/ 5724680 w 6840854"/>
                    <a:gd name="csY837" fmla="*/ 58157 h 2638629"/>
                    <a:gd name="csX838" fmla="*/ 5731527 w 6840854"/>
                    <a:gd name="csY838" fmla="*/ 49769 h 2638629"/>
                    <a:gd name="csX839" fmla="*/ 5738375 w 6840854"/>
                    <a:gd name="csY839" fmla="*/ 42020 h 2638629"/>
                    <a:gd name="csX840" fmla="*/ 5745223 w 6840854"/>
                    <a:gd name="csY840" fmla="*/ 34916 h 2638629"/>
                    <a:gd name="csX841" fmla="*/ 5752071 w 6840854"/>
                    <a:gd name="csY841" fmla="*/ 28462 h 2638629"/>
                    <a:gd name="csX842" fmla="*/ 5758918 w 6840854"/>
                    <a:gd name="csY842" fmla="*/ 22664 h 2638629"/>
                    <a:gd name="csX843" fmla="*/ 5765766 w 6840854"/>
                    <a:gd name="csY843" fmla="*/ 17525 h 2638629"/>
                    <a:gd name="csX844" fmla="*/ 5772614 w 6840854"/>
                    <a:gd name="csY844" fmla="*/ 13049 h 2638629"/>
                    <a:gd name="csX845" fmla="*/ 5779461 w 6840854"/>
                    <a:gd name="csY845" fmla="*/ 9241 h 2638629"/>
                    <a:gd name="csX846" fmla="*/ 5786309 w 6840854"/>
                    <a:gd name="csY846" fmla="*/ 6103 h 2638629"/>
                    <a:gd name="csX847" fmla="*/ 5793157 w 6840854"/>
                    <a:gd name="csY847" fmla="*/ 3636 h 2638629"/>
                    <a:gd name="csX848" fmla="*/ 5800005 w 6840854"/>
                    <a:gd name="csY848" fmla="*/ 1844 h 2638629"/>
                    <a:gd name="csX849" fmla="*/ 5806852 w 6840854"/>
                    <a:gd name="csY849" fmla="*/ 728 h 2638629"/>
                    <a:gd name="csX850" fmla="*/ 5813700 w 6840854"/>
                    <a:gd name="csY850" fmla="*/ 288 h 2638629"/>
                    <a:gd name="csX851" fmla="*/ 5820547 w 6840854"/>
                    <a:gd name="csY851" fmla="*/ 525 h 2638629"/>
                    <a:gd name="csX852" fmla="*/ 5827395 w 6840854"/>
                    <a:gd name="csY852" fmla="*/ 1439 h 2638629"/>
                    <a:gd name="csX853" fmla="*/ 5834243 w 6840854"/>
                    <a:gd name="csY853" fmla="*/ 3028 h 2638629"/>
                    <a:gd name="csX854" fmla="*/ 5841091 w 6840854"/>
                    <a:gd name="csY854" fmla="*/ 5292 h 2638629"/>
                    <a:gd name="csX855" fmla="*/ 5847938 w 6840854"/>
                    <a:gd name="csY855" fmla="*/ 8229 h 2638629"/>
                    <a:gd name="csX856" fmla="*/ 5854786 w 6840854"/>
                    <a:gd name="csY856" fmla="*/ 11837 h 2638629"/>
                    <a:gd name="csX857" fmla="*/ 5861634 w 6840854"/>
                    <a:gd name="csY857" fmla="*/ 16112 h 2638629"/>
                    <a:gd name="csX858" fmla="*/ 5868481 w 6840854"/>
                    <a:gd name="csY858" fmla="*/ 21053 h 2638629"/>
                    <a:gd name="csX859" fmla="*/ 5875329 w 6840854"/>
                    <a:gd name="csY859" fmla="*/ 26654 h 2638629"/>
                    <a:gd name="csX860" fmla="*/ 5882177 w 6840854"/>
                    <a:gd name="csY860" fmla="*/ 32912 h 2638629"/>
                    <a:gd name="csX861" fmla="*/ 5889025 w 6840854"/>
                    <a:gd name="csY861" fmla="*/ 39821 h 2638629"/>
                    <a:gd name="csX862" fmla="*/ 5895872 w 6840854"/>
                    <a:gd name="csY862" fmla="*/ 47377 h 2638629"/>
                    <a:gd name="csX863" fmla="*/ 5902720 w 6840854"/>
                    <a:gd name="csY863" fmla="*/ 55574 h 2638629"/>
                    <a:gd name="csX864" fmla="*/ 5909568 w 6840854"/>
                    <a:gd name="csY864" fmla="*/ 64405 h 2638629"/>
                    <a:gd name="csX865" fmla="*/ 5916415 w 6840854"/>
                    <a:gd name="csY865" fmla="*/ 73865 h 2638629"/>
                    <a:gd name="csX866" fmla="*/ 5923263 w 6840854"/>
                    <a:gd name="csY866" fmla="*/ 83945 h 2638629"/>
                    <a:gd name="csX867" fmla="*/ 5930111 w 6840854"/>
                    <a:gd name="csY867" fmla="*/ 94638 h 2638629"/>
                    <a:gd name="csX868" fmla="*/ 5936959 w 6840854"/>
                    <a:gd name="csY868" fmla="*/ 105936 h 2638629"/>
                    <a:gd name="csX869" fmla="*/ 5943806 w 6840854"/>
                    <a:gd name="csY869" fmla="*/ 117831 h 2638629"/>
                    <a:gd name="csX870" fmla="*/ 5950654 w 6840854"/>
                    <a:gd name="csY870" fmla="*/ 130313 h 2638629"/>
                    <a:gd name="csX871" fmla="*/ 5957501 w 6840854"/>
                    <a:gd name="csY871" fmla="*/ 143374 h 2638629"/>
                    <a:gd name="csX872" fmla="*/ 5964349 w 6840854"/>
                    <a:gd name="csY872" fmla="*/ 157003 h 2638629"/>
                    <a:gd name="csX873" fmla="*/ 5971197 w 6840854"/>
                    <a:gd name="csY873" fmla="*/ 171192 h 2638629"/>
                    <a:gd name="csX874" fmla="*/ 5978045 w 6840854"/>
                    <a:gd name="csY874" fmla="*/ 185928 h 2638629"/>
                    <a:gd name="csX875" fmla="*/ 5984892 w 6840854"/>
                    <a:gd name="csY875" fmla="*/ 201202 h 2638629"/>
                    <a:gd name="csX876" fmla="*/ 5991740 w 6840854"/>
                    <a:gd name="csY876" fmla="*/ 217002 h 2638629"/>
                    <a:gd name="csX877" fmla="*/ 5998588 w 6840854"/>
                    <a:gd name="csY877" fmla="*/ 233317 h 2638629"/>
                    <a:gd name="csX878" fmla="*/ 6005435 w 6840854"/>
                    <a:gd name="csY878" fmla="*/ 250135 h 2638629"/>
                    <a:gd name="csX879" fmla="*/ 6012283 w 6840854"/>
                    <a:gd name="csY879" fmla="*/ 267443 h 2638629"/>
                    <a:gd name="csX880" fmla="*/ 6019131 w 6840854"/>
                    <a:gd name="csY880" fmla="*/ 285230 h 2638629"/>
                    <a:gd name="csX881" fmla="*/ 6025979 w 6840854"/>
                    <a:gd name="csY881" fmla="*/ 303483 h 2638629"/>
                    <a:gd name="csX882" fmla="*/ 6032826 w 6840854"/>
                    <a:gd name="csY882" fmla="*/ 322188 h 2638629"/>
                    <a:gd name="csX883" fmla="*/ 6039674 w 6840854"/>
                    <a:gd name="csY883" fmla="*/ 341333 h 2638629"/>
                    <a:gd name="csX884" fmla="*/ 6046522 w 6840854"/>
                    <a:gd name="csY884" fmla="*/ 360905 h 2638629"/>
                    <a:gd name="csX885" fmla="*/ 6053369 w 6840854"/>
                    <a:gd name="csY885" fmla="*/ 380889 h 2638629"/>
                    <a:gd name="csX886" fmla="*/ 6060217 w 6840854"/>
                    <a:gd name="csY886" fmla="*/ 401271 h 2638629"/>
                    <a:gd name="csX887" fmla="*/ 6067065 w 6840854"/>
                    <a:gd name="csY887" fmla="*/ 422039 h 2638629"/>
                    <a:gd name="csX888" fmla="*/ 6073913 w 6840854"/>
                    <a:gd name="csY888" fmla="*/ 443176 h 2638629"/>
                    <a:gd name="csX889" fmla="*/ 6080760 w 6840854"/>
                    <a:gd name="csY889" fmla="*/ 464671 h 2638629"/>
                    <a:gd name="csX890" fmla="*/ 6087608 w 6840854"/>
                    <a:gd name="csY890" fmla="*/ 486507 h 2638629"/>
                    <a:gd name="csX891" fmla="*/ 6094456 w 6840854"/>
                    <a:gd name="csY891" fmla="*/ 508670 h 2638629"/>
                    <a:gd name="csX892" fmla="*/ 6101303 w 6840854"/>
                    <a:gd name="csY892" fmla="*/ 531146 h 2638629"/>
                    <a:gd name="csX893" fmla="*/ 6108151 w 6840854"/>
                    <a:gd name="csY893" fmla="*/ 553919 h 2638629"/>
                    <a:gd name="csX894" fmla="*/ 6114999 w 6840854"/>
                    <a:gd name="csY894" fmla="*/ 576976 h 2638629"/>
                    <a:gd name="csX895" fmla="*/ 6121847 w 6840854"/>
                    <a:gd name="csY895" fmla="*/ 600300 h 2638629"/>
                    <a:gd name="csX896" fmla="*/ 6128694 w 6840854"/>
                    <a:gd name="csY896" fmla="*/ 623877 h 2638629"/>
                    <a:gd name="csX897" fmla="*/ 6135542 w 6840854"/>
                    <a:gd name="csY897" fmla="*/ 647693 h 2638629"/>
                    <a:gd name="csX898" fmla="*/ 6142389 w 6840854"/>
                    <a:gd name="csY898" fmla="*/ 671732 h 2638629"/>
                    <a:gd name="csX899" fmla="*/ 6149237 w 6840854"/>
                    <a:gd name="csY899" fmla="*/ 695979 h 2638629"/>
                    <a:gd name="csX900" fmla="*/ 6156085 w 6840854"/>
                    <a:gd name="csY900" fmla="*/ 720420 h 2638629"/>
                    <a:gd name="csX901" fmla="*/ 6162933 w 6840854"/>
                    <a:gd name="csY901" fmla="*/ 745039 h 2638629"/>
                    <a:gd name="csX902" fmla="*/ 6169780 w 6840854"/>
                    <a:gd name="csY902" fmla="*/ 769821 h 2638629"/>
                    <a:gd name="csX903" fmla="*/ 6176628 w 6840854"/>
                    <a:gd name="csY903" fmla="*/ 794752 h 2638629"/>
                    <a:gd name="csX904" fmla="*/ 6183476 w 6840854"/>
                    <a:gd name="csY904" fmla="*/ 819818 h 2638629"/>
                    <a:gd name="csX905" fmla="*/ 6190323 w 6840854"/>
                    <a:gd name="csY905" fmla="*/ 845003 h 2638629"/>
                    <a:gd name="csX906" fmla="*/ 6197171 w 6840854"/>
                    <a:gd name="csY906" fmla="*/ 870292 h 2638629"/>
                    <a:gd name="csX907" fmla="*/ 6204019 w 6840854"/>
                    <a:gd name="csY907" fmla="*/ 895673 h 2638629"/>
                    <a:gd name="csX908" fmla="*/ 6210867 w 6840854"/>
                    <a:gd name="csY908" fmla="*/ 921130 h 2638629"/>
                    <a:gd name="csX909" fmla="*/ 6217714 w 6840854"/>
                    <a:gd name="csY909" fmla="*/ 946650 h 2638629"/>
                    <a:gd name="csX910" fmla="*/ 6224562 w 6840854"/>
                    <a:gd name="csY910" fmla="*/ 972218 h 2638629"/>
                    <a:gd name="csX911" fmla="*/ 6231410 w 6840854"/>
                    <a:gd name="csY911" fmla="*/ 997821 h 2638629"/>
                    <a:gd name="csX912" fmla="*/ 6238257 w 6840854"/>
                    <a:gd name="csY912" fmla="*/ 1023445 h 2638629"/>
                    <a:gd name="csX913" fmla="*/ 6245105 w 6840854"/>
                    <a:gd name="csY913" fmla="*/ 1049076 h 2638629"/>
                    <a:gd name="csX914" fmla="*/ 6251953 w 6840854"/>
                    <a:gd name="csY914" fmla="*/ 1074703 h 2638629"/>
                    <a:gd name="csX915" fmla="*/ 6258801 w 6840854"/>
                    <a:gd name="csY915" fmla="*/ 1100310 h 2638629"/>
                    <a:gd name="csX916" fmla="*/ 6265648 w 6840854"/>
                    <a:gd name="csY916" fmla="*/ 1125887 h 2638629"/>
                    <a:gd name="csX917" fmla="*/ 6272496 w 6840854"/>
                    <a:gd name="csY917" fmla="*/ 1151421 h 2638629"/>
                    <a:gd name="csX918" fmla="*/ 6279343 w 6840854"/>
                    <a:gd name="csY918" fmla="*/ 1176898 h 2638629"/>
                    <a:gd name="csX919" fmla="*/ 6286192 w 6840854"/>
                    <a:gd name="csY919" fmla="*/ 1202308 h 2638629"/>
                    <a:gd name="csX920" fmla="*/ 6293039 w 6840854"/>
                    <a:gd name="csY920" fmla="*/ 1227638 h 2638629"/>
                    <a:gd name="csX921" fmla="*/ 6299887 w 6840854"/>
                    <a:gd name="csY921" fmla="*/ 1252877 h 2638629"/>
                    <a:gd name="csX922" fmla="*/ 6306734 w 6840854"/>
                    <a:gd name="csY922" fmla="*/ 1278014 h 2638629"/>
                    <a:gd name="csX923" fmla="*/ 6313582 w 6840854"/>
                    <a:gd name="csY923" fmla="*/ 1303037 h 2638629"/>
                    <a:gd name="csX924" fmla="*/ 6320430 w 6840854"/>
                    <a:gd name="csY924" fmla="*/ 1327937 h 2638629"/>
                    <a:gd name="csX925" fmla="*/ 6327278 w 6840854"/>
                    <a:gd name="csY925" fmla="*/ 1352703 h 2638629"/>
                    <a:gd name="csX926" fmla="*/ 6334125 w 6840854"/>
                    <a:gd name="csY926" fmla="*/ 1377325 h 2638629"/>
                    <a:gd name="csX927" fmla="*/ 6340973 w 6840854"/>
                    <a:gd name="csY927" fmla="*/ 1401792 h 2638629"/>
                    <a:gd name="csX928" fmla="*/ 6347821 w 6840854"/>
                    <a:gd name="csY928" fmla="*/ 1426096 h 2638629"/>
                    <a:gd name="csX929" fmla="*/ 6354668 w 6840854"/>
                    <a:gd name="csY929" fmla="*/ 1450228 h 2638629"/>
                    <a:gd name="csX930" fmla="*/ 6361516 w 6840854"/>
                    <a:gd name="csY930" fmla="*/ 1474179 h 2638629"/>
                    <a:gd name="csX931" fmla="*/ 6368364 w 6840854"/>
                    <a:gd name="csY931" fmla="*/ 1497939 h 2638629"/>
                    <a:gd name="csX932" fmla="*/ 6375211 w 6840854"/>
                    <a:gd name="csY932" fmla="*/ 1521501 h 2638629"/>
                    <a:gd name="csX933" fmla="*/ 6382059 w 6840854"/>
                    <a:gd name="csY933" fmla="*/ 1544858 h 2638629"/>
                    <a:gd name="csX934" fmla="*/ 6388907 w 6840854"/>
                    <a:gd name="csY934" fmla="*/ 1568001 h 2638629"/>
                    <a:gd name="csX935" fmla="*/ 6395754 w 6840854"/>
                    <a:gd name="csY935" fmla="*/ 1590923 h 2638629"/>
                    <a:gd name="csX936" fmla="*/ 6402603 w 6840854"/>
                    <a:gd name="csY936" fmla="*/ 1613618 h 2638629"/>
                    <a:gd name="csX937" fmla="*/ 6409450 w 6840854"/>
                    <a:gd name="csY937" fmla="*/ 1636079 h 2638629"/>
                    <a:gd name="csX938" fmla="*/ 6416298 w 6840854"/>
                    <a:gd name="csY938" fmla="*/ 1658299 h 2638629"/>
                    <a:gd name="csX939" fmla="*/ 6423146 w 6840854"/>
                    <a:gd name="csY939" fmla="*/ 1680273 h 2638629"/>
                    <a:gd name="csX940" fmla="*/ 6429993 w 6840854"/>
                    <a:gd name="csY940" fmla="*/ 1701994 h 2638629"/>
                    <a:gd name="csX941" fmla="*/ 6436841 w 6840854"/>
                    <a:gd name="csY941" fmla="*/ 1723459 h 2638629"/>
                    <a:gd name="csX942" fmla="*/ 6443688 w 6840854"/>
                    <a:gd name="csY942" fmla="*/ 1744661 h 2638629"/>
                    <a:gd name="csX943" fmla="*/ 6450536 w 6840854"/>
                    <a:gd name="csY943" fmla="*/ 1765596 h 2638629"/>
                    <a:gd name="csX944" fmla="*/ 6457384 w 6840854"/>
                    <a:gd name="csY944" fmla="*/ 1786259 h 2638629"/>
                    <a:gd name="csX945" fmla="*/ 6464231 w 6840854"/>
                    <a:gd name="csY945" fmla="*/ 1806648 h 2638629"/>
                    <a:gd name="csX946" fmla="*/ 6471079 w 6840854"/>
                    <a:gd name="csY946" fmla="*/ 1826757 h 2638629"/>
                    <a:gd name="csX947" fmla="*/ 6477927 w 6840854"/>
                    <a:gd name="csY947" fmla="*/ 1846583 h 2638629"/>
                    <a:gd name="csX948" fmla="*/ 6484774 w 6840854"/>
                    <a:gd name="csY948" fmla="*/ 1866124 h 2638629"/>
                    <a:gd name="csX949" fmla="*/ 6491623 w 6840854"/>
                    <a:gd name="csY949" fmla="*/ 1885376 h 2638629"/>
                    <a:gd name="csX950" fmla="*/ 6498470 w 6840854"/>
                    <a:gd name="csY950" fmla="*/ 1904337 h 2638629"/>
                    <a:gd name="csX951" fmla="*/ 6505318 w 6840854"/>
                    <a:gd name="csY951" fmla="*/ 1923005 h 2638629"/>
                    <a:gd name="csX952" fmla="*/ 6512166 w 6840854"/>
                    <a:gd name="csY952" fmla="*/ 1941377 h 2638629"/>
                    <a:gd name="csX953" fmla="*/ 6519013 w 6840854"/>
                    <a:gd name="csY953" fmla="*/ 1959452 h 2638629"/>
                    <a:gd name="csX954" fmla="*/ 6525861 w 6840854"/>
                    <a:gd name="csY954" fmla="*/ 1977228 h 2638629"/>
                    <a:gd name="csX955" fmla="*/ 6532709 w 6840854"/>
                    <a:gd name="csY955" fmla="*/ 1994705 h 2638629"/>
                    <a:gd name="csX956" fmla="*/ 6539556 w 6840854"/>
                    <a:gd name="csY956" fmla="*/ 2011881 h 2638629"/>
                    <a:gd name="csX957" fmla="*/ 6546404 w 6840854"/>
                    <a:gd name="csY957" fmla="*/ 2028755 h 2638629"/>
                    <a:gd name="csX958" fmla="*/ 6553252 w 6840854"/>
                    <a:gd name="csY958" fmla="*/ 2045328 h 2638629"/>
                    <a:gd name="csX959" fmla="*/ 6560099 w 6840854"/>
                    <a:gd name="csY959" fmla="*/ 2061598 h 2638629"/>
                    <a:gd name="csX960" fmla="*/ 6566947 w 6840854"/>
                    <a:gd name="csY960" fmla="*/ 2077567 h 2638629"/>
                    <a:gd name="csX961" fmla="*/ 6573794 w 6840854"/>
                    <a:gd name="csY961" fmla="*/ 2093234 h 2638629"/>
                    <a:gd name="csX962" fmla="*/ 6580643 w 6840854"/>
                    <a:gd name="csY962" fmla="*/ 2108600 h 2638629"/>
                    <a:gd name="csX963" fmla="*/ 6587491 w 6840854"/>
                    <a:gd name="csY963" fmla="*/ 2123665 h 2638629"/>
                    <a:gd name="csX964" fmla="*/ 6594338 w 6840854"/>
                    <a:gd name="csY964" fmla="*/ 2138430 h 2638629"/>
                    <a:gd name="csX965" fmla="*/ 6601186 w 6840854"/>
                    <a:gd name="csY965" fmla="*/ 2152898 h 2638629"/>
                    <a:gd name="csX966" fmla="*/ 6608033 w 6840854"/>
                    <a:gd name="csY966" fmla="*/ 2167068 h 2638629"/>
                    <a:gd name="csX967" fmla="*/ 6614881 w 6840854"/>
                    <a:gd name="csY967" fmla="*/ 2180942 h 2638629"/>
                    <a:gd name="csX968" fmla="*/ 6621729 w 6840854"/>
                    <a:gd name="csY968" fmla="*/ 2194523 h 2638629"/>
                    <a:gd name="csX969" fmla="*/ 6628576 w 6840854"/>
                    <a:gd name="csY969" fmla="*/ 2207811 h 2638629"/>
                    <a:gd name="csX970" fmla="*/ 6635424 w 6840854"/>
                    <a:gd name="csY970" fmla="*/ 2220809 h 2638629"/>
                    <a:gd name="csX971" fmla="*/ 6642272 w 6840854"/>
                    <a:gd name="csY971" fmla="*/ 2233519 h 2638629"/>
                    <a:gd name="csX972" fmla="*/ 6649119 w 6840854"/>
                    <a:gd name="csY972" fmla="*/ 2245944 h 2638629"/>
                    <a:gd name="csX973" fmla="*/ 6655967 w 6840854"/>
                    <a:gd name="csY973" fmla="*/ 2258086 h 2638629"/>
                    <a:gd name="csX974" fmla="*/ 6662815 w 6840854"/>
                    <a:gd name="csY974" fmla="*/ 2269947 h 2638629"/>
                    <a:gd name="csX975" fmla="*/ 6669663 w 6840854"/>
                    <a:gd name="csY975" fmla="*/ 2281531 h 2638629"/>
                    <a:gd name="csX976" fmla="*/ 6676511 w 6840854"/>
                    <a:gd name="csY976" fmla="*/ 2292839 h 2638629"/>
                    <a:gd name="csX977" fmla="*/ 6683358 w 6840854"/>
                    <a:gd name="csY977" fmla="*/ 2303876 h 2638629"/>
                    <a:gd name="csX978" fmla="*/ 6690206 w 6840854"/>
                    <a:gd name="csY978" fmla="*/ 2314644 h 2638629"/>
                    <a:gd name="csX979" fmla="*/ 6697054 w 6840854"/>
                    <a:gd name="csY979" fmla="*/ 2325146 h 2638629"/>
                    <a:gd name="csX980" fmla="*/ 6703901 w 6840854"/>
                    <a:gd name="csY980" fmla="*/ 2335386 h 2638629"/>
                    <a:gd name="csX981" fmla="*/ 6710749 w 6840854"/>
                    <a:gd name="csY981" fmla="*/ 2345367 h 2638629"/>
                    <a:gd name="csX982" fmla="*/ 6717597 w 6840854"/>
                    <a:gd name="csY982" fmla="*/ 2355093 h 2638629"/>
                    <a:gd name="csX983" fmla="*/ 6724444 w 6840854"/>
                    <a:gd name="csY983" fmla="*/ 2364567 h 2638629"/>
                    <a:gd name="csX984" fmla="*/ 6731292 w 6840854"/>
                    <a:gd name="csY984" fmla="*/ 2373793 h 2638629"/>
                    <a:gd name="csX985" fmla="*/ 6738140 w 6840854"/>
                    <a:gd name="csY985" fmla="*/ 2382774 h 2638629"/>
                    <a:gd name="csX986" fmla="*/ 6744987 w 6840854"/>
                    <a:gd name="csY986" fmla="*/ 2391515 h 2638629"/>
                    <a:gd name="csX987" fmla="*/ 6751835 w 6840854"/>
                    <a:gd name="csY987" fmla="*/ 2400018 h 2638629"/>
                    <a:gd name="csX988" fmla="*/ 6758682 w 6840854"/>
                    <a:gd name="csY988" fmla="*/ 2408288 h 2638629"/>
                    <a:gd name="csX989" fmla="*/ 6765531 w 6840854"/>
                    <a:gd name="csY989" fmla="*/ 2416330 h 2638629"/>
                    <a:gd name="csX990" fmla="*/ 6772379 w 6840854"/>
                    <a:gd name="csY990" fmla="*/ 2424145 h 2638629"/>
                    <a:gd name="csX991" fmla="*/ 6779226 w 6840854"/>
                    <a:gd name="csY991" fmla="*/ 2431740 h 2638629"/>
                    <a:gd name="csX992" fmla="*/ 6786074 w 6840854"/>
                    <a:gd name="csY992" fmla="*/ 2439117 h 2638629"/>
                    <a:gd name="csX993" fmla="*/ 6792921 w 6840854"/>
                    <a:gd name="csY993" fmla="*/ 2446281 h 2638629"/>
                    <a:gd name="csX994" fmla="*/ 6799769 w 6840854"/>
                    <a:gd name="csY994" fmla="*/ 2453236 h 2638629"/>
                    <a:gd name="csX995" fmla="*/ 6806617 w 6840854"/>
                    <a:gd name="csY995" fmla="*/ 2459986 h 2638629"/>
                    <a:gd name="csX996" fmla="*/ 6813464 w 6840854"/>
                    <a:gd name="csY996" fmla="*/ 2466534 h 2638629"/>
                    <a:gd name="csX997" fmla="*/ 6820312 w 6840854"/>
                    <a:gd name="csY997" fmla="*/ 2472886 h 2638629"/>
                    <a:gd name="csX998" fmla="*/ 6827160 w 6840854"/>
                    <a:gd name="csY998" fmla="*/ 2479044 h 2638629"/>
                    <a:gd name="csX999" fmla="*/ 6834007 w 6840854"/>
                    <a:gd name="csY999" fmla="*/ 2485013 h 2638629"/>
                    <a:gd name="csX1000" fmla="*/ 6840855 w 6840854"/>
                    <a:gd name="csY1000" fmla="*/ 2490798 h 2638629"/>
                    <a:gd name="csX1001" fmla="*/ 6840855 w 6840854"/>
                    <a:gd name="csY1001" fmla="*/ 2638917 h 2638629"/>
                    <a:gd name="csX1002" fmla="*/ 6840855 w 6840854"/>
                    <a:gd name="csY1002" fmla="*/ 2638917 h 2638629"/>
                    <a:gd name="csX1003" fmla="*/ 6834007 w 6840854"/>
                    <a:gd name="csY1003" fmla="*/ 2638917 h 2638629"/>
                    <a:gd name="csX1004" fmla="*/ 6827160 w 6840854"/>
                    <a:gd name="csY1004" fmla="*/ 2638917 h 2638629"/>
                    <a:gd name="csX1005" fmla="*/ 6820312 w 6840854"/>
                    <a:gd name="csY1005" fmla="*/ 2638917 h 2638629"/>
                    <a:gd name="csX1006" fmla="*/ 6813464 w 6840854"/>
                    <a:gd name="csY1006" fmla="*/ 2638917 h 2638629"/>
                    <a:gd name="csX1007" fmla="*/ 6806617 w 6840854"/>
                    <a:gd name="csY1007" fmla="*/ 2638917 h 2638629"/>
                    <a:gd name="csX1008" fmla="*/ 6799769 w 6840854"/>
                    <a:gd name="csY1008" fmla="*/ 2638917 h 2638629"/>
                    <a:gd name="csX1009" fmla="*/ 6792921 w 6840854"/>
                    <a:gd name="csY1009" fmla="*/ 2638917 h 2638629"/>
                    <a:gd name="csX1010" fmla="*/ 6786074 w 6840854"/>
                    <a:gd name="csY1010" fmla="*/ 2638917 h 2638629"/>
                    <a:gd name="csX1011" fmla="*/ 6779226 w 6840854"/>
                    <a:gd name="csY1011" fmla="*/ 2638917 h 2638629"/>
                    <a:gd name="csX1012" fmla="*/ 6772379 w 6840854"/>
                    <a:gd name="csY1012" fmla="*/ 2638917 h 2638629"/>
                    <a:gd name="csX1013" fmla="*/ 6765531 w 6840854"/>
                    <a:gd name="csY1013" fmla="*/ 2638917 h 2638629"/>
                    <a:gd name="csX1014" fmla="*/ 6758682 w 6840854"/>
                    <a:gd name="csY1014" fmla="*/ 2638917 h 2638629"/>
                    <a:gd name="csX1015" fmla="*/ 6751835 w 6840854"/>
                    <a:gd name="csY1015" fmla="*/ 2638917 h 2638629"/>
                    <a:gd name="csX1016" fmla="*/ 6744987 w 6840854"/>
                    <a:gd name="csY1016" fmla="*/ 2638917 h 2638629"/>
                    <a:gd name="csX1017" fmla="*/ 6738140 w 6840854"/>
                    <a:gd name="csY1017" fmla="*/ 2638917 h 2638629"/>
                    <a:gd name="csX1018" fmla="*/ 6731292 w 6840854"/>
                    <a:gd name="csY1018" fmla="*/ 2638917 h 2638629"/>
                    <a:gd name="csX1019" fmla="*/ 6724444 w 6840854"/>
                    <a:gd name="csY1019" fmla="*/ 2638917 h 2638629"/>
                    <a:gd name="csX1020" fmla="*/ 6717597 w 6840854"/>
                    <a:gd name="csY1020" fmla="*/ 2638917 h 2638629"/>
                    <a:gd name="csX1021" fmla="*/ 6710749 w 6840854"/>
                    <a:gd name="csY1021" fmla="*/ 2638917 h 2638629"/>
                    <a:gd name="csX1022" fmla="*/ 6703901 w 6840854"/>
                    <a:gd name="csY1022" fmla="*/ 2638917 h 2638629"/>
                    <a:gd name="csX1023" fmla="*/ 6697054 w 6840854"/>
                    <a:gd name="csY1023" fmla="*/ 2638917 h 2638629"/>
                    <a:gd name="csX1024" fmla="*/ 6690206 w 6840854"/>
                    <a:gd name="csY1024" fmla="*/ 2638917 h 2638629"/>
                    <a:gd name="csX1025" fmla="*/ 6683358 w 6840854"/>
                    <a:gd name="csY1025" fmla="*/ 2638917 h 2638629"/>
                    <a:gd name="csX1026" fmla="*/ 6676511 w 6840854"/>
                    <a:gd name="csY1026" fmla="*/ 2638917 h 2638629"/>
                    <a:gd name="csX1027" fmla="*/ 6669663 w 6840854"/>
                    <a:gd name="csY1027" fmla="*/ 2638917 h 2638629"/>
                    <a:gd name="csX1028" fmla="*/ 6662815 w 6840854"/>
                    <a:gd name="csY1028" fmla="*/ 2638917 h 2638629"/>
                    <a:gd name="csX1029" fmla="*/ 6655967 w 6840854"/>
                    <a:gd name="csY1029" fmla="*/ 2638917 h 2638629"/>
                    <a:gd name="csX1030" fmla="*/ 6649119 w 6840854"/>
                    <a:gd name="csY1030" fmla="*/ 2638917 h 2638629"/>
                    <a:gd name="csX1031" fmla="*/ 6642272 w 6840854"/>
                    <a:gd name="csY1031" fmla="*/ 2638917 h 2638629"/>
                    <a:gd name="csX1032" fmla="*/ 6635424 w 6840854"/>
                    <a:gd name="csY1032" fmla="*/ 2638917 h 2638629"/>
                    <a:gd name="csX1033" fmla="*/ 6628576 w 6840854"/>
                    <a:gd name="csY1033" fmla="*/ 2638917 h 2638629"/>
                    <a:gd name="csX1034" fmla="*/ 6621729 w 6840854"/>
                    <a:gd name="csY1034" fmla="*/ 2638917 h 2638629"/>
                    <a:gd name="csX1035" fmla="*/ 6614881 w 6840854"/>
                    <a:gd name="csY1035" fmla="*/ 2638917 h 2638629"/>
                    <a:gd name="csX1036" fmla="*/ 6608033 w 6840854"/>
                    <a:gd name="csY1036" fmla="*/ 2638917 h 2638629"/>
                    <a:gd name="csX1037" fmla="*/ 6601186 w 6840854"/>
                    <a:gd name="csY1037" fmla="*/ 2638917 h 2638629"/>
                    <a:gd name="csX1038" fmla="*/ 6594338 w 6840854"/>
                    <a:gd name="csY1038" fmla="*/ 2638917 h 2638629"/>
                    <a:gd name="csX1039" fmla="*/ 6587491 w 6840854"/>
                    <a:gd name="csY1039" fmla="*/ 2638917 h 2638629"/>
                    <a:gd name="csX1040" fmla="*/ 6580643 w 6840854"/>
                    <a:gd name="csY1040" fmla="*/ 2638917 h 2638629"/>
                    <a:gd name="csX1041" fmla="*/ 6573794 w 6840854"/>
                    <a:gd name="csY1041" fmla="*/ 2638917 h 2638629"/>
                    <a:gd name="csX1042" fmla="*/ 6566947 w 6840854"/>
                    <a:gd name="csY1042" fmla="*/ 2638917 h 2638629"/>
                    <a:gd name="csX1043" fmla="*/ 6560099 w 6840854"/>
                    <a:gd name="csY1043" fmla="*/ 2638917 h 2638629"/>
                    <a:gd name="csX1044" fmla="*/ 6553252 w 6840854"/>
                    <a:gd name="csY1044" fmla="*/ 2638917 h 2638629"/>
                    <a:gd name="csX1045" fmla="*/ 6546404 w 6840854"/>
                    <a:gd name="csY1045" fmla="*/ 2638917 h 2638629"/>
                    <a:gd name="csX1046" fmla="*/ 6539556 w 6840854"/>
                    <a:gd name="csY1046" fmla="*/ 2638917 h 2638629"/>
                    <a:gd name="csX1047" fmla="*/ 6532709 w 6840854"/>
                    <a:gd name="csY1047" fmla="*/ 2638917 h 2638629"/>
                    <a:gd name="csX1048" fmla="*/ 6525861 w 6840854"/>
                    <a:gd name="csY1048" fmla="*/ 2638917 h 2638629"/>
                    <a:gd name="csX1049" fmla="*/ 6519013 w 6840854"/>
                    <a:gd name="csY1049" fmla="*/ 2638917 h 2638629"/>
                    <a:gd name="csX1050" fmla="*/ 6512166 w 6840854"/>
                    <a:gd name="csY1050" fmla="*/ 2638917 h 2638629"/>
                    <a:gd name="csX1051" fmla="*/ 6505318 w 6840854"/>
                    <a:gd name="csY1051" fmla="*/ 2638917 h 2638629"/>
                    <a:gd name="csX1052" fmla="*/ 6498470 w 6840854"/>
                    <a:gd name="csY1052" fmla="*/ 2638917 h 2638629"/>
                    <a:gd name="csX1053" fmla="*/ 6491623 w 6840854"/>
                    <a:gd name="csY1053" fmla="*/ 2638917 h 2638629"/>
                    <a:gd name="csX1054" fmla="*/ 6484774 w 6840854"/>
                    <a:gd name="csY1054" fmla="*/ 2638917 h 2638629"/>
                    <a:gd name="csX1055" fmla="*/ 6477927 w 6840854"/>
                    <a:gd name="csY1055" fmla="*/ 2638917 h 2638629"/>
                    <a:gd name="csX1056" fmla="*/ 6471079 w 6840854"/>
                    <a:gd name="csY1056" fmla="*/ 2638917 h 2638629"/>
                    <a:gd name="csX1057" fmla="*/ 6464231 w 6840854"/>
                    <a:gd name="csY1057" fmla="*/ 2638917 h 2638629"/>
                    <a:gd name="csX1058" fmla="*/ 6457384 w 6840854"/>
                    <a:gd name="csY1058" fmla="*/ 2638917 h 2638629"/>
                    <a:gd name="csX1059" fmla="*/ 6450536 w 6840854"/>
                    <a:gd name="csY1059" fmla="*/ 2638917 h 2638629"/>
                    <a:gd name="csX1060" fmla="*/ 6443688 w 6840854"/>
                    <a:gd name="csY1060" fmla="*/ 2638917 h 2638629"/>
                    <a:gd name="csX1061" fmla="*/ 6436841 w 6840854"/>
                    <a:gd name="csY1061" fmla="*/ 2638917 h 2638629"/>
                    <a:gd name="csX1062" fmla="*/ 6429993 w 6840854"/>
                    <a:gd name="csY1062" fmla="*/ 2638917 h 2638629"/>
                    <a:gd name="csX1063" fmla="*/ 6423146 w 6840854"/>
                    <a:gd name="csY1063" fmla="*/ 2638917 h 2638629"/>
                    <a:gd name="csX1064" fmla="*/ 6416298 w 6840854"/>
                    <a:gd name="csY1064" fmla="*/ 2638917 h 2638629"/>
                    <a:gd name="csX1065" fmla="*/ 6409450 w 6840854"/>
                    <a:gd name="csY1065" fmla="*/ 2638917 h 2638629"/>
                    <a:gd name="csX1066" fmla="*/ 6402603 w 6840854"/>
                    <a:gd name="csY1066" fmla="*/ 2638917 h 2638629"/>
                    <a:gd name="csX1067" fmla="*/ 6395754 w 6840854"/>
                    <a:gd name="csY1067" fmla="*/ 2638917 h 2638629"/>
                    <a:gd name="csX1068" fmla="*/ 6388907 w 6840854"/>
                    <a:gd name="csY1068" fmla="*/ 2638917 h 2638629"/>
                    <a:gd name="csX1069" fmla="*/ 6382059 w 6840854"/>
                    <a:gd name="csY1069" fmla="*/ 2638917 h 2638629"/>
                    <a:gd name="csX1070" fmla="*/ 6375211 w 6840854"/>
                    <a:gd name="csY1070" fmla="*/ 2638917 h 2638629"/>
                    <a:gd name="csX1071" fmla="*/ 6368364 w 6840854"/>
                    <a:gd name="csY1071" fmla="*/ 2638917 h 2638629"/>
                    <a:gd name="csX1072" fmla="*/ 6361516 w 6840854"/>
                    <a:gd name="csY1072" fmla="*/ 2638917 h 2638629"/>
                    <a:gd name="csX1073" fmla="*/ 6354668 w 6840854"/>
                    <a:gd name="csY1073" fmla="*/ 2638917 h 2638629"/>
                    <a:gd name="csX1074" fmla="*/ 6347821 w 6840854"/>
                    <a:gd name="csY1074" fmla="*/ 2638917 h 2638629"/>
                    <a:gd name="csX1075" fmla="*/ 6340973 w 6840854"/>
                    <a:gd name="csY1075" fmla="*/ 2638917 h 2638629"/>
                    <a:gd name="csX1076" fmla="*/ 6334125 w 6840854"/>
                    <a:gd name="csY1076" fmla="*/ 2638917 h 2638629"/>
                    <a:gd name="csX1077" fmla="*/ 6327278 w 6840854"/>
                    <a:gd name="csY1077" fmla="*/ 2638917 h 2638629"/>
                    <a:gd name="csX1078" fmla="*/ 6320430 w 6840854"/>
                    <a:gd name="csY1078" fmla="*/ 2638917 h 2638629"/>
                    <a:gd name="csX1079" fmla="*/ 6313582 w 6840854"/>
                    <a:gd name="csY1079" fmla="*/ 2638917 h 2638629"/>
                    <a:gd name="csX1080" fmla="*/ 6306734 w 6840854"/>
                    <a:gd name="csY1080" fmla="*/ 2638917 h 2638629"/>
                    <a:gd name="csX1081" fmla="*/ 6299887 w 6840854"/>
                    <a:gd name="csY1081" fmla="*/ 2638917 h 2638629"/>
                    <a:gd name="csX1082" fmla="*/ 6293039 w 6840854"/>
                    <a:gd name="csY1082" fmla="*/ 2638917 h 2638629"/>
                    <a:gd name="csX1083" fmla="*/ 6286192 w 6840854"/>
                    <a:gd name="csY1083" fmla="*/ 2638917 h 2638629"/>
                    <a:gd name="csX1084" fmla="*/ 6279343 w 6840854"/>
                    <a:gd name="csY1084" fmla="*/ 2638917 h 2638629"/>
                    <a:gd name="csX1085" fmla="*/ 6272496 w 6840854"/>
                    <a:gd name="csY1085" fmla="*/ 2638917 h 2638629"/>
                    <a:gd name="csX1086" fmla="*/ 6265648 w 6840854"/>
                    <a:gd name="csY1086" fmla="*/ 2638917 h 2638629"/>
                    <a:gd name="csX1087" fmla="*/ 6258801 w 6840854"/>
                    <a:gd name="csY1087" fmla="*/ 2638917 h 2638629"/>
                    <a:gd name="csX1088" fmla="*/ 6251953 w 6840854"/>
                    <a:gd name="csY1088" fmla="*/ 2638917 h 2638629"/>
                    <a:gd name="csX1089" fmla="*/ 6245105 w 6840854"/>
                    <a:gd name="csY1089" fmla="*/ 2638917 h 2638629"/>
                    <a:gd name="csX1090" fmla="*/ 6238257 w 6840854"/>
                    <a:gd name="csY1090" fmla="*/ 2638917 h 2638629"/>
                    <a:gd name="csX1091" fmla="*/ 6231410 w 6840854"/>
                    <a:gd name="csY1091" fmla="*/ 2638917 h 2638629"/>
                    <a:gd name="csX1092" fmla="*/ 6224562 w 6840854"/>
                    <a:gd name="csY1092" fmla="*/ 2638917 h 2638629"/>
                    <a:gd name="csX1093" fmla="*/ 6217714 w 6840854"/>
                    <a:gd name="csY1093" fmla="*/ 2638917 h 2638629"/>
                    <a:gd name="csX1094" fmla="*/ 6210867 w 6840854"/>
                    <a:gd name="csY1094" fmla="*/ 2638917 h 2638629"/>
                    <a:gd name="csX1095" fmla="*/ 6204019 w 6840854"/>
                    <a:gd name="csY1095" fmla="*/ 2638917 h 2638629"/>
                    <a:gd name="csX1096" fmla="*/ 6197171 w 6840854"/>
                    <a:gd name="csY1096" fmla="*/ 2638917 h 2638629"/>
                    <a:gd name="csX1097" fmla="*/ 6190323 w 6840854"/>
                    <a:gd name="csY1097" fmla="*/ 2638917 h 2638629"/>
                    <a:gd name="csX1098" fmla="*/ 6183476 w 6840854"/>
                    <a:gd name="csY1098" fmla="*/ 2638917 h 2638629"/>
                    <a:gd name="csX1099" fmla="*/ 6176628 w 6840854"/>
                    <a:gd name="csY1099" fmla="*/ 2638917 h 2638629"/>
                    <a:gd name="csX1100" fmla="*/ 6169780 w 6840854"/>
                    <a:gd name="csY1100" fmla="*/ 2638917 h 2638629"/>
                    <a:gd name="csX1101" fmla="*/ 6162933 w 6840854"/>
                    <a:gd name="csY1101" fmla="*/ 2638917 h 2638629"/>
                    <a:gd name="csX1102" fmla="*/ 6156085 w 6840854"/>
                    <a:gd name="csY1102" fmla="*/ 2638917 h 2638629"/>
                    <a:gd name="csX1103" fmla="*/ 6149237 w 6840854"/>
                    <a:gd name="csY1103" fmla="*/ 2638917 h 2638629"/>
                    <a:gd name="csX1104" fmla="*/ 6142389 w 6840854"/>
                    <a:gd name="csY1104" fmla="*/ 2638917 h 2638629"/>
                    <a:gd name="csX1105" fmla="*/ 6135542 w 6840854"/>
                    <a:gd name="csY1105" fmla="*/ 2638917 h 2638629"/>
                    <a:gd name="csX1106" fmla="*/ 6128694 w 6840854"/>
                    <a:gd name="csY1106" fmla="*/ 2638917 h 2638629"/>
                    <a:gd name="csX1107" fmla="*/ 6121847 w 6840854"/>
                    <a:gd name="csY1107" fmla="*/ 2638917 h 2638629"/>
                    <a:gd name="csX1108" fmla="*/ 6114999 w 6840854"/>
                    <a:gd name="csY1108" fmla="*/ 2638917 h 2638629"/>
                    <a:gd name="csX1109" fmla="*/ 6108151 w 6840854"/>
                    <a:gd name="csY1109" fmla="*/ 2638917 h 2638629"/>
                    <a:gd name="csX1110" fmla="*/ 6101303 w 6840854"/>
                    <a:gd name="csY1110" fmla="*/ 2638917 h 2638629"/>
                    <a:gd name="csX1111" fmla="*/ 6094456 w 6840854"/>
                    <a:gd name="csY1111" fmla="*/ 2638917 h 2638629"/>
                    <a:gd name="csX1112" fmla="*/ 6087608 w 6840854"/>
                    <a:gd name="csY1112" fmla="*/ 2638917 h 2638629"/>
                    <a:gd name="csX1113" fmla="*/ 6080760 w 6840854"/>
                    <a:gd name="csY1113" fmla="*/ 2638917 h 2638629"/>
                    <a:gd name="csX1114" fmla="*/ 6073913 w 6840854"/>
                    <a:gd name="csY1114" fmla="*/ 2638917 h 2638629"/>
                    <a:gd name="csX1115" fmla="*/ 6067065 w 6840854"/>
                    <a:gd name="csY1115" fmla="*/ 2638917 h 2638629"/>
                    <a:gd name="csX1116" fmla="*/ 6060217 w 6840854"/>
                    <a:gd name="csY1116" fmla="*/ 2638917 h 2638629"/>
                    <a:gd name="csX1117" fmla="*/ 6053369 w 6840854"/>
                    <a:gd name="csY1117" fmla="*/ 2638917 h 2638629"/>
                    <a:gd name="csX1118" fmla="*/ 6046522 w 6840854"/>
                    <a:gd name="csY1118" fmla="*/ 2638917 h 2638629"/>
                    <a:gd name="csX1119" fmla="*/ 6039674 w 6840854"/>
                    <a:gd name="csY1119" fmla="*/ 2638917 h 2638629"/>
                    <a:gd name="csX1120" fmla="*/ 6032826 w 6840854"/>
                    <a:gd name="csY1120" fmla="*/ 2638917 h 2638629"/>
                    <a:gd name="csX1121" fmla="*/ 6025979 w 6840854"/>
                    <a:gd name="csY1121" fmla="*/ 2638917 h 2638629"/>
                    <a:gd name="csX1122" fmla="*/ 6019131 w 6840854"/>
                    <a:gd name="csY1122" fmla="*/ 2638917 h 2638629"/>
                    <a:gd name="csX1123" fmla="*/ 6012283 w 6840854"/>
                    <a:gd name="csY1123" fmla="*/ 2638917 h 2638629"/>
                    <a:gd name="csX1124" fmla="*/ 6005435 w 6840854"/>
                    <a:gd name="csY1124" fmla="*/ 2638917 h 2638629"/>
                    <a:gd name="csX1125" fmla="*/ 5998588 w 6840854"/>
                    <a:gd name="csY1125" fmla="*/ 2638917 h 2638629"/>
                    <a:gd name="csX1126" fmla="*/ 5991740 w 6840854"/>
                    <a:gd name="csY1126" fmla="*/ 2638917 h 2638629"/>
                    <a:gd name="csX1127" fmla="*/ 5984892 w 6840854"/>
                    <a:gd name="csY1127" fmla="*/ 2638917 h 2638629"/>
                    <a:gd name="csX1128" fmla="*/ 5978045 w 6840854"/>
                    <a:gd name="csY1128" fmla="*/ 2638917 h 2638629"/>
                    <a:gd name="csX1129" fmla="*/ 5971197 w 6840854"/>
                    <a:gd name="csY1129" fmla="*/ 2638917 h 2638629"/>
                    <a:gd name="csX1130" fmla="*/ 5964349 w 6840854"/>
                    <a:gd name="csY1130" fmla="*/ 2638917 h 2638629"/>
                    <a:gd name="csX1131" fmla="*/ 5957501 w 6840854"/>
                    <a:gd name="csY1131" fmla="*/ 2638917 h 2638629"/>
                    <a:gd name="csX1132" fmla="*/ 5950654 w 6840854"/>
                    <a:gd name="csY1132" fmla="*/ 2638917 h 2638629"/>
                    <a:gd name="csX1133" fmla="*/ 5943806 w 6840854"/>
                    <a:gd name="csY1133" fmla="*/ 2638917 h 2638629"/>
                    <a:gd name="csX1134" fmla="*/ 5936959 w 6840854"/>
                    <a:gd name="csY1134" fmla="*/ 2638917 h 2638629"/>
                    <a:gd name="csX1135" fmla="*/ 5930111 w 6840854"/>
                    <a:gd name="csY1135" fmla="*/ 2638917 h 2638629"/>
                    <a:gd name="csX1136" fmla="*/ 5923263 w 6840854"/>
                    <a:gd name="csY1136" fmla="*/ 2638917 h 2638629"/>
                    <a:gd name="csX1137" fmla="*/ 5916415 w 6840854"/>
                    <a:gd name="csY1137" fmla="*/ 2638917 h 2638629"/>
                    <a:gd name="csX1138" fmla="*/ 5909568 w 6840854"/>
                    <a:gd name="csY1138" fmla="*/ 2638917 h 2638629"/>
                    <a:gd name="csX1139" fmla="*/ 5902720 w 6840854"/>
                    <a:gd name="csY1139" fmla="*/ 2638917 h 2638629"/>
                    <a:gd name="csX1140" fmla="*/ 5895872 w 6840854"/>
                    <a:gd name="csY1140" fmla="*/ 2638917 h 2638629"/>
                    <a:gd name="csX1141" fmla="*/ 5889025 w 6840854"/>
                    <a:gd name="csY1141" fmla="*/ 2638917 h 2638629"/>
                    <a:gd name="csX1142" fmla="*/ 5882177 w 6840854"/>
                    <a:gd name="csY1142" fmla="*/ 2638917 h 2638629"/>
                    <a:gd name="csX1143" fmla="*/ 5875329 w 6840854"/>
                    <a:gd name="csY1143" fmla="*/ 2638917 h 2638629"/>
                    <a:gd name="csX1144" fmla="*/ 5868481 w 6840854"/>
                    <a:gd name="csY1144" fmla="*/ 2638917 h 2638629"/>
                    <a:gd name="csX1145" fmla="*/ 5861634 w 6840854"/>
                    <a:gd name="csY1145" fmla="*/ 2638917 h 2638629"/>
                    <a:gd name="csX1146" fmla="*/ 5854786 w 6840854"/>
                    <a:gd name="csY1146" fmla="*/ 2638917 h 2638629"/>
                    <a:gd name="csX1147" fmla="*/ 5847938 w 6840854"/>
                    <a:gd name="csY1147" fmla="*/ 2638917 h 2638629"/>
                    <a:gd name="csX1148" fmla="*/ 5841091 w 6840854"/>
                    <a:gd name="csY1148" fmla="*/ 2638917 h 2638629"/>
                    <a:gd name="csX1149" fmla="*/ 5834243 w 6840854"/>
                    <a:gd name="csY1149" fmla="*/ 2638917 h 2638629"/>
                    <a:gd name="csX1150" fmla="*/ 5827395 w 6840854"/>
                    <a:gd name="csY1150" fmla="*/ 2638917 h 2638629"/>
                    <a:gd name="csX1151" fmla="*/ 5820547 w 6840854"/>
                    <a:gd name="csY1151" fmla="*/ 2638917 h 2638629"/>
                    <a:gd name="csX1152" fmla="*/ 5813700 w 6840854"/>
                    <a:gd name="csY1152" fmla="*/ 2638917 h 2638629"/>
                    <a:gd name="csX1153" fmla="*/ 5806852 w 6840854"/>
                    <a:gd name="csY1153" fmla="*/ 2638917 h 2638629"/>
                    <a:gd name="csX1154" fmla="*/ 5800005 w 6840854"/>
                    <a:gd name="csY1154" fmla="*/ 2638917 h 2638629"/>
                    <a:gd name="csX1155" fmla="*/ 5793157 w 6840854"/>
                    <a:gd name="csY1155" fmla="*/ 2638917 h 2638629"/>
                    <a:gd name="csX1156" fmla="*/ 5786309 w 6840854"/>
                    <a:gd name="csY1156" fmla="*/ 2638917 h 2638629"/>
                    <a:gd name="csX1157" fmla="*/ 5779461 w 6840854"/>
                    <a:gd name="csY1157" fmla="*/ 2638917 h 2638629"/>
                    <a:gd name="csX1158" fmla="*/ 5772614 w 6840854"/>
                    <a:gd name="csY1158" fmla="*/ 2638917 h 2638629"/>
                    <a:gd name="csX1159" fmla="*/ 5765766 w 6840854"/>
                    <a:gd name="csY1159" fmla="*/ 2638917 h 2638629"/>
                    <a:gd name="csX1160" fmla="*/ 5758918 w 6840854"/>
                    <a:gd name="csY1160" fmla="*/ 2638917 h 2638629"/>
                    <a:gd name="csX1161" fmla="*/ 5752071 w 6840854"/>
                    <a:gd name="csY1161" fmla="*/ 2638917 h 2638629"/>
                    <a:gd name="csX1162" fmla="*/ 5745223 w 6840854"/>
                    <a:gd name="csY1162" fmla="*/ 2638917 h 2638629"/>
                    <a:gd name="csX1163" fmla="*/ 5738375 w 6840854"/>
                    <a:gd name="csY1163" fmla="*/ 2638917 h 2638629"/>
                    <a:gd name="csX1164" fmla="*/ 5731527 w 6840854"/>
                    <a:gd name="csY1164" fmla="*/ 2638917 h 2638629"/>
                    <a:gd name="csX1165" fmla="*/ 5724680 w 6840854"/>
                    <a:gd name="csY1165" fmla="*/ 2638917 h 2638629"/>
                    <a:gd name="csX1166" fmla="*/ 5717832 w 6840854"/>
                    <a:gd name="csY1166" fmla="*/ 2638917 h 2638629"/>
                    <a:gd name="csX1167" fmla="*/ 5710984 w 6840854"/>
                    <a:gd name="csY1167" fmla="*/ 2638917 h 2638629"/>
                    <a:gd name="csX1168" fmla="*/ 5704137 w 6840854"/>
                    <a:gd name="csY1168" fmla="*/ 2638917 h 2638629"/>
                    <a:gd name="csX1169" fmla="*/ 5697289 w 6840854"/>
                    <a:gd name="csY1169" fmla="*/ 2638917 h 2638629"/>
                    <a:gd name="csX1170" fmla="*/ 5690441 w 6840854"/>
                    <a:gd name="csY1170" fmla="*/ 2638917 h 2638629"/>
                    <a:gd name="csX1171" fmla="*/ 5683593 w 6840854"/>
                    <a:gd name="csY1171" fmla="*/ 2638917 h 2638629"/>
                    <a:gd name="csX1172" fmla="*/ 5676746 w 6840854"/>
                    <a:gd name="csY1172" fmla="*/ 2638917 h 2638629"/>
                    <a:gd name="csX1173" fmla="*/ 5669898 w 6840854"/>
                    <a:gd name="csY1173" fmla="*/ 2638917 h 2638629"/>
                    <a:gd name="csX1174" fmla="*/ 5663050 w 6840854"/>
                    <a:gd name="csY1174" fmla="*/ 2638917 h 2638629"/>
                    <a:gd name="csX1175" fmla="*/ 5656203 w 6840854"/>
                    <a:gd name="csY1175" fmla="*/ 2638917 h 2638629"/>
                    <a:gd name="csX1176" fmla="*/ 5649355 w 6840854"/>
                    <a:gd name="csY1176" fmla="*/ 2638917 h 2638629"/>
                    <a:gd name="csX1177" fmla="*/ 5642507 w 6840854"/>
                    <a:gd name="csY1177" fmla="*/ 2638917 h 2638629"/>
                    <a:gd name="csX1178" fmla="*/ 5635660 w 6840854"/>
                    <a:gd name="csY1178" fmla="*/ 2638917 h 2638629"/>
                    <a:gd name="csX1179" fmla="*/ 5628812 w 6840854"/>
                    <a:gd name="csY1179" fmla="*/ 2638917 h 2638629"/>
                    <a:gd name="csX1180" fmla="*/ 5621964 w 6840854"/>
                    <a:gd name="csY1180" fmla="*/ 2638917 h 2638629"/>
                    <a:gd name="csX1181" fmla="*/ 5615117 w 6840854"/>
                    <a:gd name="csY1181" fmla="*/ 2638917 h 2638629"/>
                    <a:gd name="csX1182" fmla="*/ 5608269 w 6840854"/>
                    <a:gd name="csY1182" fmla="*/ 2638917 h 2638629"/>
                    <a:gd name="csX1183" fmla="*/ 5601421 w 6840854"/>
                    <a:gd name="csY1183" fmla="*/ 2638917 h 2638629"/>
                    <a:gd name="csX1184" fmla="*/ 5594573 w 6840854"/>
                    <a:gd name="csY1184" fmla="*/ 2638917 h 2638629"/>
                    <a:gd name="csX1185" fmla="*/ 5587726 w 6840854"/>
                    <a:gd name="csY1185" fmla="*/ 2638917 h 2638629"/>
                    <a:gd name="csX1186" fmla="*/ 5580878 w 6840854"/>
                    <a:gd name="csY1186" fmla="*/ 2638917 h 2638629"/>
                    <a:gd name="csX1187" fmla="*/ 5574030 w 6840854"/>
                    <a:gd name="csY1187" fmla="*/ 2638917 h 2638629"/>
                    <a:gd name="csX1188" fmla="*/ 5567183 w 6840854"/>
                    <a:gd name="csY1188" fmla="*/ 2638917 h 2638629"/>
                    <a:gd name="csX1189" fmla="*/ 5560335 w 6840854"/>
                    <a:gd name="csY1189" fmla="*/ 2638917 h 2638629"/>
                    <a:gd name="csX1190" fmla="*/ 5553487 w 6840854"/>
                    <a:gd name="csY1190" fmla="*/ 2638917 h 2638629"/>
                    <a:gd name="csX1191" fmla="*/ 5546639 w 6840854"/>
                    <a:gd name="csY1191" fmla="*/ 2638917 h 2638629"/>
                    <a:gd name="csX1192" fmla="*/ 5539792 w 6840854"/>
                    <a:gd name="csY1192" fmla="*/ 2638917 h 2638629"/>
                    <a:gd name="csX1193" fmla="*/ 5532944 w 6840854"/>
                    <a:gd name="csY1193" fmla="*/ 2638917 h 2638629"/>
                    <a:gd name="csX1194" fmla="*/ 5526096 w 6840854"/>
                    <a:gd name="csY1194" fmla="*/ 2638917 h 2638629"/>
                    <a:gd name="csX1195" fmla="*/ 5519249 w 6840854"/>
                    <a:gd name="csY1195" fmla="*/ 2638917 h 2638629"/>
                    <a:gd name="csX1196" fmla="*/ 5512401 w 6840854"/>
                    <a:gd name="csY1196" fmla="*/ 2638917 h 2638629"/>
                    <a:gd name="csX1197" fmla="*/ 5505553 w 6840854"/>
                    <a:gd name="csY1197" fmla="*/ 2638917 h 2638629"/>
                    <a:gd name="csX1198" fmla="*/ 5498705 w 6840854"/>
                    <a:gd name="csY1198" fmla="*/ 2638917 h 2638629"/>
                    <a:gd name="csX1199" fmla="*/ 5491858 w 6840854"/>
                    <a:gd name="csY1199" fmla="*/ 2638917 h 2638629"/>
                    <a:gd name="csX1200" fmla="*/ 5485010 w 6840854"/>
                    <a:gd name="csY1200" fmla="*/ 2638917 h 2638629"/>
                    <a:gd name="csX1201" fmla="*/ 5478163 w 6840854"/>
                    <a:gd name="csY1201" fmla="*/ 2638917 h 2638629"/>
                    <a:gd name="csX1202" fmla="*/ 5471315 w 6840854"/>
                    <a:gd name="csY1202" fmla="*/ 2638917 h 2638629"/>
                    <a:gd name="csX1203" fmla="*/ 5464467 w 6840854"/>
                    <a:gd name="csY1203" fmla="*/ 2638917 h 2638629"/>
                    <a:gd name="csX1204" fmla="*/ 5457619 w 6840854"/>
                    <a:gd name="csY1204" fmla="*/ 2638917 h 2638629"/>
                    <a:gd name="csX1205" fmla="*/ 5450772 w 6840854"/>
                    <a:gd name="csY1205" fmla="*/ 2638917 h 2638629"/>
                    <a:gd name="csX1206" fmla="*/ 5443924 w 6840854"/>
                    <a:gd name="csY1206" fmla="*/ 2638917 h 2638629"/>
                    <a:gd name="csX1207" fmla="*/ 5437076 w 6840854"/>
                    <a:gd name="csY1207" fmla="*/ 2638917 h 2638629"/>
                    <a:gd name="csX1208" fmla="*/ 5430229 w 6840854"/>
                    <a:gd name="csY1208" fmla="*/ 2638917 h 2638629"/>
                    <a:gd name="csX1209" fmla="*/ 5423381 w 6840854"/>
                    <a:gd name="csY1209" fmla="*/ 2638917 h 2638629"/>
                    <a:gd name="csX1210" fmla="*/ 5416533 w 6840854"/>
                    <a:gd name="csY1210" fmla="*/ 2638917 h 2638629"/>
                    <a:gd name="csX1211" fmla="*/ 5409685 w 6840854"/>
                    <a:gd name="csY1211" fmla="*/ 2638917 h 2638629"/>
                    <a:gd name="csX1212" fmla="*/ 5402838 w 6840854"/>
                    <a:gd name="csY1212" fmla="*/ 2638917 h 2638629"/>
                    <a:gd name="csX1213" fmla="*/ 5395990 w 6840854"/>
                    <a:gd name="csY1213" fmla="*/ 2638917 h 2638629"/>
                    <a:gd name="csX1214" fmla="*/ 5389142 w 6840854"/>
                    <a:gd name="csY1214" fmla="*/ 2638917 h 2638629"/>
                    <a:gd name="csX1215" fmla="*/ 5382295 w 6840854"/>
                    <a:gd name="csY1215" fmla="*/ 2638917 h 2638629"/>
                    <a:gd name="csX1216" fmla="*/ 5375447 w 6840854"/>
                    <a:gd name="csY1216" fmla="*/ 2638917 h 2638629"/>
                    <a:gd name="csX1217" fmla="*/ 5368599 w 6840854"/>
                    <a:gd name="csY1217" fmla="*/ 2638917 h 2638629"/>
                    <a:gd name="csX1218" fmla="*/ 5361751 w 6840854"/>
                    <a:gd name="csY1218" fmla="*/ 2638917 h 2638629"/>
                    <a:gd name="csX1219" fmla="*/ 5354904 w 6840854"/>
                    <a:gd name="csY1219" fmla="*/ 2638917 h 2638629"/>
                    <a:gd name="csX1220" fmla="*/ 5348056 w 6840854"/>
                    <a:gd name="csY1220" fmla="*/ 2638917 h 2638629"/>
                    <a:gd name="csX1221" fmla="*/ 5341208 w 6840854"/>
                    <a:gd name="csY1221" fmla="*/ 2638917 h 2638629"/>
                    <a:gd name="csX1222" fmla="*/ 5334360 w 6840854"/>
                    <a:gd name="csY1222" fmla="*/ 2638917 h 2638629"/>
                    <a:gd name="csX1223" fmla="*/ 5327513 w 6840854"/>
                    <a:gd name="csY1223" fmla="*/ 2638917 h 2638629"/>
                    <a:gd name="csX1224" fmla="*/ 5320665 w 6840854"/>
                    <a:gd name="csY1224" fmla="*/ 2638917 h 2638629"/>
                    <a:gd name="csX1225" fmla="*/ 5313818 w 6840854"/>
                    <a:gd name="csY1225" fmla="*/ 2638917 h 2638629"/>
                    <a:gd name="csX1226" fmla="*/ 5306970 w 6840854"/>
                    <a:gd name="csY1226" fmla="*/ 2638917 h 2638629"/>
                    <a:gd name="csX1227" fmla="*/ 5300122 w 6840854"/>
                    <a:gd name="csY1227" fmla="*/ 2638917 h 2638629"/>
                    <a:gd name="csX1228" fmla="*/ 5293275 w 6840854"/>
                    <a:gd name="csY1228" fmla="*/ 2638917 h 2638629"/>
                    <a:gd name="csX1229" fmla="*/ 5286427 w 6840854"/>
                    <a:gd name="csY1229" fmla="*/ 2638917 h 2638629"/>
                    <a:gd name="csX1230" fmla="*/ 5279579 w 6840854"/>
                    <a:gd name="csY1230" fmla="*/ 2638917 h 2638629"/>
                    <a:gd name="csX1231" fmla="*/ 5272731 w 6840854"/>
                    <a:gd name="csY1231" fmla="*/ 2638917 h 2638629"/>
                    <a:gd name="csX1232" fmla="*/ 5265884 w 6840854"/>
                    <a:gd name="csY1232" fmla="*/ 2638917 h 2638629"/>
                    <a:gd name="csX1233" fmla="*/ 5259036 w 6840854"/>
                    <a:gd name="csY1233" fmla="*/ 2638917 h 2638629"/>
                    <a:gd name="csX1234" fmla="*/ 5252188 w 6840854"/>
                    <a:gd name="csY1234" fmla="*/ 2638917 h 2638629"/>
                    <a:gd name="csX1235" fmla="*/ 5245341 w 6840854"/>
                    <a:gd name="csY1235" fmla="*/ 2638917 h 2638629"/>
                    <a:gd name="csX1236" fmla="*/ 5238493 w 6840854"/>
                    <a:gd name="csY1236" fmla="*/ 2638917 h 2638629"/>
                    <a:gd name="csX1237" fmla="*/ 5231645 w 6840854"/>
                    <a:gd name="csY1237" fmla="*/ 2638917 h 2638629"/>
                    <a:gd name="csX1238" fmla="*/ 5224797 w 6840854"/>
                    <a:gd name="csY1238" fmla="*/ 2638917 h 2638629"/>
                    <a:gd name="csX1239" fmla="*/ 5217950 w 6840854"/>
                    <a:gd name="csY1239" fmla="*/ 2638917 h 2638629"/>
                    <a:gd name="csX1240" fmla="*/ 5211102 w 6840854"/>
                    <a:gd name="csY1240" fmla="*/ 2638917 h 2638629"/>
                    <a:gd name="csX1241" fmla="*/ 5204254 w 6840854"/>
                    <a:gd name="csY1241" fmla="*/ 2638917 h 2638629"/>
                    <a:gd name="csX1242" fmla="*/ 5197406 w 6840854"/>
                    <a:gd name="csY1242" fmla="*/ 2638917 h 2638629"/>
                    <a:gd name="csX1243" fmla="*/ 5190559 w 6840854"/>
                    <a:gd name="csY1243" fmla="*/ 2638917 h 2638629"/>
                    <a:gd name="csX1244" fmla="*/ 5183711 w 6840854"/>
                    <a:gd name="csY1244" fmla="*/ 2638917 h 2638629"/>
                    <a:gd name="csX1245" fmla="*/ 5176863 w 6840854"/>
                    <a:gd name="csY1245" fmla="*/ 2638917 h 2638629"/>
                    <a:gd name="csX1246" fmla="*/ 5170016 w 6840854"/>
                    <a:gd name="csY1246" fmla="*/ 2638917 h 2638629"/>
                    <a:gd name="csX1247" fmla="*/ 5163168 w 6840854"/>
                    <a:gd name="csY1247" fmla="*/ 2638917 h 2638629"/>
                    <a:gd name="csX1248" fmla="*/ 5156321 w 6840854"/>
                    <a:gd name="csY1248" fmla="*/ 2638917 h 2638629"/>
                    <a:gd name="csX1249" fmla="*/ 5149473 w 6840854"/>
                    <a:gd name="csY1249" fmla="*/ 2638917 h 2638629"/>
                    <a:gd name="csX1250" fmla="*/ 5142625 w 6840854"/>
                    <a:gd name="csY1250" fmla="*/ 2638917 h 2638629"/>
                    <a:gd name="csX1251" fmla="*/ 5135777 w 6840854"/>
                    <a:gd name="csY1251" fmla="*/ 2638917 h 2638629"/>
                    <a:gd name="csX1252" fmla="*/ 5128930 w 6840854"/>
                    <a:gd name="csY1252" fmla="*/ 2638917 h 2638629"/>
                    <a:gd name="csX1253" fmla="*/ 5122082 w 6840854"/>
                    <a:gd name="csY1253" fmla="*/ 2638917 h 2638629"/>
                    <a:gd name="csX1254" fmla="*/ 5115234 w 6840854"/>
                    <a:gd name="csY1254" fmla="*/ 2638917 h 2638629"/>
                    <a:gd name="csX1255" fmla="*/ 5108387 w 6840854"/>
                    <a:gd name="csY1255" fmla="*/ 2638917 h 2638629"/>
                    <a:gd name="csX1256" fmla="*/ 5101539 w 6840854"/>
                    <a:gd name="csY1256" fmla="*/ 2638917 h 2638629"/>
                    <a:gd name="csX1257" fmla="*/ 5094691 w 6840854"/>
                    <a:gd name="csY1257" fmla="*/ 2638917 h 2638629"/>
                    <a:gd name="csX1258" fmla="*/ 5087843 w 6840854"/>
                    <a:gd name="csY1258" fmla="*/ 2638917 h 2638629"/>
                    <a:gd name="csX1259" fmla="*/ 5080996 w 6840854"/>
                    <a:gd name="csY1259" fmla="*/ 2638917 h 2638629"/>
                    <a:gd name="csX1260" fmla="*/ 5074148 w 6840854"/>
                    <a:gd name="csY1260" fmla="*/ 2638917 h 2638629"/>
                    <a:gd name="csX1261" fmla="*/ 5067300 w 6840854"/>
                    <a:gd name="csY1261" fmla="*/ 2638917 h 2638629"/>
                    <a:gd name="csX1262" fmla="*/ 5060452 w 6840854"/>
                    <a:gd name="csY1262" fmla="*/ 2638917 h 2638629"/>
                    <a:gd name="csX1263" fmla="*/ 5053605 w 6840854"/>
                    <a:gd name="csY1263" fmla="*/ 2638917 h 2638629"/>
                    <a:gd name="csX1264" fmla="*/ 5046757 w 6840854"/>
                    <a:gd name="csY1264" fmla="*/ 2638917 h 2638629"/>
                    <a:gd name="csX1265" fmla="*/ 5039909 w 6840854"/>
                    <a:gd name="csY1265" fmla="*/ 2638917 h 2638629"/>
                    <a:gd name="csX1266" fmla="*/ 5033062 w 6840854"/>
                    <a:gd name="csY1266" fmla="*/ 2638917 h 2638629"/>
                    <a:gd name="csX1267" fmla="*/ 5026214 w 6840854"/>
                    <a:gd name="csY1267" fmla="*/ 2638917 h 2638629"/>
                    <a:gd name="csX1268" fmla="*/ 5019367 w 6840854"/>
                    <a:gd name="csY1268" fmla="*/ 2638917 h 2638629"/>
                    <a:gd name="csX1269" fmla="*/ 5012518 w 6840854"/>
                    <a:gd name="csY1269" fmla="*/ 2638917 h 2638629"/>
                    <a:gd name="csX1270" fmla="*/ 5005671 w 6840854"/>
                    <a:gd name="csY1270" fmla="*/ 2638917 h 2638629"/>
                    <a:gd name="csX1271" fmla="*/ 4998823 w 6840854"/>
                    <a:gd name="csY1271" fmla="*/ 2638917 h 2638629"/>
                    <a:gd name="csX1272" fmla="*/ 4991976 w 6840854"/>
                    <a:gd name="csY1272" fmla="*/ 2638917 h 2638629"/>
                    <a:gd name="csX1273" fmla="*/ 4985128 w 6840854"/>
                    <a:gd name="csY1273" fmla="*/ 2638917 h 2638629"/>
                    <a:gd name="csX1274" fmla="*/ 4978280 w 6840854"/>
                    <a:gd name="csY1274" fmla="*/ 2638917 h 2638629"/>
                    <a:gd name="csX1275" fmla="*/ 4971432 w 6840854"/>
                    <a:gd name="csY1275" fmla="*/ 2638917 h 2638629"/>
                    <a:gd name="csX1276" fmla="*/ 4964585 w 6840854"/>
                    <a:gd name="csY1276" fmla="*/ 2638917 h 2638629"/>
                    <a:gd name="csX1277" fmla="*/ 4957737 w 6840854"/>
                    <a:gd name="csY1277" fmla="*/ 2638917 h 2638629"/>
                    <a:gd name="csX1278" fmla="*/ 4950889 w 6840854"/>
                    <a:gd name="csY1278" fmla="*/ 2638917 h 2638629"/>
                    <a:gd name="csX1279" fmla="*/ 4944042 w 6840854"/>
                    <a:gd name="csY1279" fmla="*/ 2638917 h 2638629"/>
                    <a:gd name="csX1280" fmla="*/ 4937194 w 6840854"/>
                    <a:gd name="csY1280" fmla="*/ 2638917 h 2638629"/>
                    <a:gd name="csX1281" fmla="*/ 4930346 w 6840854"/>
                    <a:gd name="csY1281" fmla="*/ 2638917 h 2638629"/>
                    <a:gd name="csX1282" fmla="*/ 4923498 w 6840854"/>
                    <a:gd name="csY1282" fmla="*/ 2638917 h 2638629"/>
                    <a:gd name="csX1283" fmla="*/ 4916651 w 6840854"/>
                    <a:gd name="csY1283" fmla="*/ 2638917 h 2638629"/>
                    <a:gd name="csX1284" fmla="*/ 4909803 w 6840854"/>
                    <a:gd name="csY1284" fmla="*/ 2638917 h 2638629"/>
                    <a:gd name="csX1285" fmla="*/ 4902955 w 6840854"/>
                    <a:gd name="csY1285" fmla="*/ 2638917 h 2638629"/>
                    <a:gd name="csX1286" fmla="*/ 4896108 w 6840854"/>
                    <a:gd name="csY1286" fmla="*/ 2638917 h 2638629"/>
                    <a:gd name="csX1287" fmla="*/ 4889260 w 6840854"/>
                    <a:gd name="csY1287" fmla="*/ 2638917 h 2638629"/>
                    <a:gd name="csX1288" fmla="*/ 4882412 w 6840854"/>
                    <a:gd name="csY1288" fmla="*/ 2638917 h 2638629"/>
                    <a:gd name="csX1289" fmla="*/ 4875564 w 6840854"/>
                    <a:gd name="csY1289" fmla="*/ 2638917 h 2638629"/>
                    <a:gd name="csX1290" fmla="*/ 4868717 w 6840854"/>
                    <a:gd name="csY1290" fmla="*/ 2638917 h 2638629"/>
                    <a:gd name="csX1291" fmla="*/ 4861869 w 6840854"/>
                    <a:gd name="csY1291" fmla="*/ 2638917 h 2638629"/>
                    <a:gd name="csX1292" fmla="*/ 4855022 w 6840854"/>
                    <a:gd name="csY1292" fmla="*/ 2638917 h 2638629"/>
                    <a:gd name="csX1293" fmla="*/ 4848174 w 6840854"/>
                    <a:gd name="csY1293" fmla="*/ 2638917 h 2638629"/>
                    <a:gd name="csX1294" fmla="*/ 4841326 w 6840854"/>
                    <a:gd name="csY1294" fmla="*/ 2638917 h 2638629"/>
                    <a:gd name="csX1295" fmla="*/ 4834478 w 6840854"/>
                    <a:gd name="csY1295" fmla="*/ 2638917 h 2638629"/>
                    <a:gd name="csX1296" fmla="*/ 4827631 w 6840854"/>
                    <a:gd name="csY1296" fmla="*/ 2638917 h 2638629"/>
                    <a:gd name="csX1297" fmla="*/ 4820783 w 6840854"/>
                    <a:gd name="csY1297" fmla="*/ 2638917 h 2638629"/>
                    <a:gd name="csX1298" fmla="*/ 4813935 w 6840854"/>
                    <a:gd name="csY1298" fmla="*/ 2638917 h 2638629"/>
                    <a:gd name="csX1299" fmla="*/ 4807088 w 6840854"/>
                    <a:gd name="csY1299" fmla="*/ 2638917 h 2638629"/>
                    <a:gd name="csX1300" fmla="*/ 4800240 w 6840854"/>
                    <a:gd name="csY1300" fmla="*/ 2638917 h 2638629"/>
                    <a:gd name="csX1301" fmla="*/ 4793392 w 6840854"/>
                    <a:gd name="csY1301" fmla="*/ 2638917 h 2638629"/>
                    <a:gd name="csX1302" fmla="*/ 4786544 w 6840854"/>
                    <a:gd name="csY1302" fmla="*/ 2638917 h 2638629"/>
                    <a:gd name="csX1303" fmla="*/ 4779697 w 6840854"/>
                    <a:gd name="csY1303" fmla="*/ 2638917 h 2638629"/>
                    <a:gd name="csX1304" fmla="*/ 4772849 w 6840854"/>
                    <a:gd name="csY1304" fmla="*/ 2638917 h 2638629"/>
                    <a:gd name="csX1305" fmla="*/ 4766001 w 6840854"/>
                    <a:gd name="csY1305" fmla="*/ 2638917 h 2638629"/>
                    <a:gd name="csX1306" fmla="*/ 4759154 w 6840854"/>
                    <a:gd name="csY1306" fmla="*/ 2638917 h 2638629"/>
                    <a:gd name="csX1307" fmla="*/ 4752306 w 6840854"/>
                    <a:gd name="csY1307" fmla="*/ 2638917 h 2638629"/>
                    <a:gd name="csX1308" fmla="*/ 4745458 w 6840854"/>
                    <a:gd name="csY1308" fmla="*/ 2638917 h 2638629"/>
                    <a:gd name="csX1309" fmla="*/ 4738610 w 6840854"/>
                    <a:gd name="csY1309" fmla="*/ 2638917 h 2638629"/>
                    <a:gd name="csX1310" fmla="*/ 4731763 w 6840854"/>
                    <a:gd name="csY1310" fmla="*/ 2638917 h 2638629"/>
                    <a:gd name="csX1311" fmla="*/ 4724915 w 6840854"/>
                    <a:gd name="csY1311" fmla="*/ 2638917 h 2638629"/>
                    <a:gd name="csX1312" fmla="*/ 4718067 w 6840854"/>
                    <a:gd name="csY1312" fmla="*/ 2638917 h 2638629"/>
                    <a:gd name="csX1313" fmla="*/ 4711220 w 6840854"/>
                    <a:gd name="csY1313" fmla="*/ 2638917 h 2638629"/>
                    <a:gd name="csX1314" fmla="*/ 4704372 w 6840854"/>
                    <a:gd name="csY1314" fmla="*/ 2638917 h 2638629"/>
                    <a:gd name="csX1315" fmla="*/ 4697524 w 6840854"/>
                    <a:gd name="csY1315" fmla="*/ 2638917 h 2638629"/>
                    <a:gd name="csX1316" fmla="*/ 4690676 w 6840854"/>
                    <a:gd name="csY1316" fmla="*/ 2638917 h 2638629"/>
                    <a:gd name="csX1317" fmla="*/ 4683829 w 6840854"/>
                    <a:gd name="csY1317" fmla="*/ 2638917 h 2638629"/>
                    <a:gd name="csX1318" fmla="*/ 4676981 w 6840854"/>
                    <a:gd name="csY1318" fmla="*/ 2638917 h 2638629"/>
                    <a:gd name="csX1319" fmla="*/ 4670134 w 6840854"/>
                    <a:gd name="csY1319" fmla="*/ 2638917 h 2638629"/>
                    <a:gd name="csX1320" fmla="*/ 4663286 w 6840854"/>
                    <a:gd name="csY1320" fmla="*/ 2638917 h 2638629"/>
                    <a:gd name="csX1321" fmla="*/ 4656438 w 6840854"/>
                    <a:gd name="csY1321" fmla="*/ 2638917 h 2638629"/>
                    <a:gd name="csX1322" fmla="*/ 4649590 w 6840854"/>
                    <a:gd name="csY1322" fmla="*/ 2638917 h 2638629"/>
                    <a:gd name="csX1323" fmla="*/ 4642743 w 6840854"/>
                    <a:gd name="csY1323" fmla="*/ 2638917 h 2638629"/>
                    <a:gd name="csX1324" fmla="*/ 4635895 w 6840854"/>
                    <a:gd name="csY1324" fmla="*/ 2638917 h 2638629"/>
                    <a:gd name="csX1325" fmla="*/ 4629047 w 6840854"/>
                    <a:gd name="csY1325" fmla="*/ 2638917 h 2638629"/>
                    <a:gd name="csX1326" fmla="*/ 4622200 w 6840854"/>
                    <a:gd name="csY1326" fmla="*/ 2638917 h 2638629"/>
                    <a:gd name="csX1327" fmla="*/ 4615352 w 6840854"/>
                    <a:gd name="csY1327" fmla="*/ 2638917 h 2638629"/>
                    <a:gd name="csX1328" fmla="*/ 4608504 w 6840854"/>
                    <a:gd name="csY1328" fmla="*/ 2638917 h 2638629"/>
                    <a:gd name="csX1329" fmla="*/ 4601656 w 6840854"/>
                    <a:gd name="csY1329" fmla="*/ 2638917 h 2638629"/>
                    <a:gd name="csX1330" fmla="*/ 4594809 w 6840854"/>
                    <a:gd name="csY1330" fmla="*/ 2638917 h 2638629"/>
                    <a:gd name="csX1331" fmla="*/ 4587961 w 6840854"/>
                    <a:gd name="csY1331" fmla="*/ 2638917 h 2638629"/>
                    <a:gd name="csX1332" fmla="*/ 4581113 w 6840854"/>
                    <a:gd name="csY1332" fmla="*/ 2638917 h 2638629"/>
                    <a:gd name="csX1333" fmla="*/ 4574266 w 6840854"/>
                    <a:gd name="csY1333" fmla="*/ 2638917 h 2638629"/>
                    <a:gd name="csX1334" fmla="*/ 4567418 w 6840854"/>
                    <a:gd name="csY1334" fmla="*/ 2638917 h 2638629"/>
                    <a:gd name="csX1335" fmla="*/ 4560570 w 6840854"/>
                    <a:gd name="csY1335" fmla="*/ 2638917 h 2638629"/>
                    <a:gd name="csX1336" fmla="*/ 4553722 w 6840854"/>
                    <a:gd name="csY1336" fmla="*/ 2638917 h 2638629"/>
                    <a:gd name="csX1337" fmla="*/ 4546875 w 6840854"/>
                    <a:gd name="csY1337" fmla="*/ 2638917 h 2638629"/>
                    <a:gd name="csX1338" fmla="*/ 4540027 w 6840854"/>
                    <a:gd name="csY1338" fmla="*/ 2638917 h 2638629"/>
                    <a:gd name="csX1339" fmla="*/ 4533180 w 6840854"/>
                    <a:gd name="csY1339" fmla="*/ 2638917 h 2638629"/>
                    <a:gd name="csX1340" fmla="*/ 4526332 w 6840854"/>
                    <a:gd name="csY1340" fmla="*/ 2638917 h 2638629"/>
                    <a:gd name="csX1341" fmla="*/ 4519484 w 6840854"/>
                    <a:gd name="csY1341" fmla="*/ 2638917 h 2638629"/>
                    <a:gd name="csX1342" fmla="*/ 4512636 w 6840854"/>
                    <a:gd name="csY1342" fmla="*/ 2638917 h 2638629"/>
                    <a:gd name="csX1343" fmla="*/ 4505789 w 6840854"/>
                    <a:gd name="csY1343" fmla="*/ 2638917 h 2638629"/>
                    <a:gd name="csX1344" fmla="*/ 4498941 w 6840854"/>
                    <a:gd name="csY1344" fmla="*/ 2638917 h 2638629"/>
                    <a:gd name="csX1345" fmla="*/ 4492093 w 6840854"/>
                    <a:gd name="csY1345" fmla="*/ 2638917 h 2638629"/>
                    <a:gd name="csX1346" fmla="*/ 4485246 w 6840854"/>
                    <a:gd name="csY1346" fmla="*/ 2638917 h 2638629"/>
                    <a:gd name="csX1347" fmla="*/ 4478398 w 6840854"/>
                    <a:gd name="csY1347" fmla="*/ 2638917 h 2638629"/>
                    <a:gd name="csX1348" fmla="*/ 4471550 w 6840854"/>
                    <a:gd name="csY1348" fmla="*/ 2638917 h 2638629"/>
                    <a:gd name="csX1349" fmla="*/ 4464702 w 6840854"/>
                    <a:gd name="csY1349" fmla="*/ 2638917 h 2638629"/>
                    <a:gd name="csX1350" fmla="*/ 4457855 w 6840854"/>
                    <a:gd name="csY1350" fmla="*/ 2638917 h 2638629"/>
                    <a:gd name="csX1351" fmla="*/ 4451007 w 6840854"/>
                    <a:gd name="csY1351" fmla="*/ 2638917 h 2638629"/>
                    <a:gd name="csX1352" fmla="*/ 4444159 w 6840854"/>
                    <a:gd name="csY1352" fmla="*/ 2638917 h 2638629"/>
                    <a:gd name="csX1353" fmla="*/ 4437312 w 6840854"/>
                    <a:gd name="csY1353" fmla="*/ 2638917 h 2638629"/>
                    <a:gd name="csX1354" fmla="*/ 4430464 w 6840854"/>
                    <a:gd name="csY1354" fmla="*/ 2638917 h 2638629"/>
                    <a:gd name="csX1355" fmla="*/ 4423616 w 6840854"/>
                    <a:gd name="csY1355" fmla="*/ 2638917 h 2638629"/>
                    <a:gd name="csX1356" fmla="*/ 4416768 w 6840854"/>
                    <a:gd name="csY1356" fmla="*/ 2638917 h 2638629"/>
                    <a:gd name="csX1357" fmla="*/ 4409921 w 6840854"/>
                    <a:gd name="csY1357" fmla="*/ 2638917 h 2638629"/>
                    <a:gd name="csX1358" fmla="*/ 4403073 w 6840854"/>
                    <a:gd name="csY1358" fmla="*/ 2638917 h 2638629"/>
                    <a:gd name="csX1359" fmla="*/ 4396225 w 6840854"/>
                    <a:gd name="csY1359" fmla="*/ 2638917 h 2638629"/>
                    <a:gd name="csX1360" fmla="*/ 4389378 w 6840854"/>
                    <a:gd name="csY1360" fmla="*/ 2638917 h 2638629"/>
                    <a:gd name="csX1361" fmla="*/ 4382530 w 6840854"/>
                    <a:gd name="csY1361" fmla="*/ 2638917 h 2638629"/>
                    <a:gd name="csX1362" fmla="*/ 4375682 w 6840854"/>
                    <a:gd name="csY1362" fmla="*/ 2638917 h 2638629"/>
                    <a:gd name="csX1363" fmla="*/ 4368835 w 6840854"/>
                    <a:gd name="csY1363" fmla="*/ 2638917 h 2638629"/>
                    <a:gd name="csX1364" fmla="*/ 4361987 w 6840854"/>
                    <a:gd name="csY1364" fmla="*/ 2638917 h 2638629"/>
                    <a:gd name="csX1365" fmla="*/ 4355139 w 6840854"/>
                    <a:gd name="csY1365" fmla="*/ 2638917 h 2638629"/>
                    <a:gd name="csX1366" fmla="*/ 4348292 w 6840854"/>
                    <a:gd name="csY1366" fmla="*/ 2638917 h 2638629"/>
                    <a:gd name="csX1367" fmla="*/ 4341444 w 6840854"/>
                    <a:gd name="csY1367" fmla="*/ 2638917 h 2638629"/>
                    <a:gd name="csX1368" fmla="*/ 4334596 w 6840854"/>
                    <a:gd name="csY1368" fmla="*/ 2638917 h 2638629"/>
                    <a:gd name="csX1369" fmla="*/ 4327748 w 6840854"/>
                    <a:gd name="csY1369" fmla="*/ 2638917 h 2638629"/>
                    <a:gd name="csX1370" fmla="*/ 4320901 w 6840854"/>
                    <a:gd name="csY1370" fmla="*/ 2638917 h 2638629"/>
                    <a:gd name="csX1371" fmla="*/ 4314053 w 6840854"/>
                    <a:gd name="csY1371" fmla="*/ 2638917 h 2638629"/>
                    <a:gd name="csX1372" fmla="*/ 4307205 w 6840854"/>
                    <a:gd name="csY1372" fmla="*/ 2638917 h 2638629"/>
                    <a:gd name="csX1373" fmla="*/ 4300358 w 6840854"/>
                    <a:gd name="csY1373" fmla="*/ 2638917 h 2638629"/>
                    <a:gd name="csX1374" fmla="*/ 4293510 w 6840854"/>
                    <a:gd name="csY1374" fmla="*/ 2638917 h 2638629"/>
                    <a:gd name="csX1375" fmla="*/ 4286662 w 6840854"/>
                    <a:gd name="csY1375" fmla="*/ 2638917 h 2638629"/>
                    <a:gd name="csX1376" fmla="*/ 4279814 w 6840854"/>
                    <a:gd name="csY1376" fmla="*/ 2638917 h 2638629"/>
                    <a:gd name="csX1377" fmla="*/ 4272967 w 6840854"/>
                    <a:gd name="csY1377" fmla="*/ 2638917 h 2638629"/>
                    <a:gd name="csX1378" fmla="*/ 4266119 w 6840854"/>
                    <a:gd name="csY1378" fmla="*/ 2638917 h 2638629"/>
                    <a:gd name="csX1379" fmla="*/ 4259271 w 6840854"/>
                    <a:gd name="csY1379" fmla="*/ 2638917 h 2638629"/>
                    <a:gd name="csX1380" fmla="*/ 4252424 w 6840854"/>
                    <a:gd name="csY1380" fmla="*/ 2638917 h 2638629"/>
                    <a:gd name="csX1381" fmla="*/ 4245576 w 6840854"/>
                    <a:gd name="csY1381" fmla="*/ 2638917 h 2638629"/>
                    <a:gd name="csX1382" fmla="*/ 4238728 w 6840854"/>
                    <a:gd name="csY1382" fmla="*/ 2638917 h 2638629"/>
                    <a:gd name="csX1383" fmla="*/ 4231880 w 6840854"/>
                    <a:gd name="csY1383" fmla="*/ 2638917 h 2638629"/>
                    <a:gd name="csX1384" fmla="*/ 4225033 w 6840854"/>
                    <a:gd name="csY1384" fmla="*/ 2638917 h 2638629"/>
                    <a:gd name="csX1385" fmla="*/ 4218185 w 6840854"/>
                    <a:gd name="csY1385" fmla="*/ 2638917 h 2638629"/>
                    <a:gd name="csX1386" fmla="*/ 4211338 w 6840854"/>
                    <a:gd name="csY1386" fmla="*/ 2638917 h 2638629"/>
                    <a:gd name="csX1387" fmla="*/ 4204490 w 6840854"/>
                    <a:gd name="csY1387" fmla="*/ 2638917 h 2638629"/>
                    <a:gd name="csX1388" fmla="*/ 4197642 w 6840854"/>
                    <a:gd name="csY1388" fmla="*/ 2638917 h 2638629"/>
                    <a:gd name="csX1389" fmla="*/ 4190794 w 6840854"/>
                    <a:gd name="csY1389" fmla="*/ 2638917 h 2638629"/>
                    <a:gd name="csX1390" fmla="*/ 4183946 w 6840854"/>
                    <a:gd name="csY1390" fmla="*/ 2638917 h 2638629"/>
                    <a:gd name="csX1391" fmla="*/ 4177099 w 6840854"/>
                    <a:gd name="csY1391" fmla="*/ 2638917 h 2638629"/>
                    <a:gd name="csX1392" fmla="*/ 4170251 w 6840854"/>
                    <a:gd name="csY1392" fmla="*/ 2638917 h 2638629"/>
                    <a:gd name="csX1393" fmla="*/ 4163404 w 6840854"/>
                    <a:gd name="csY1393" fmla="*/ 2638917 h 2638629"/>
                    <a:gd name="csX1394" fmla="*/ 4156555 w 6840854"/>
                    <a:gd name="csY1394" fmla="*/ 2638917 h 2638629"/>
                    <a:gd name="csX1395" fmla="*/ 4149708 w 6840854"/>
                    <a:gd name="csY1395" fmla="*/ 2638917 h 2638629"/>
                    <a:gd name="csX1396" fmla="*/ 4142860 w 6840854"/>
                    <a:gd name="csY1396" fmla="*/ 2638917 h 2638629"/>
                    <a:gd name="csX1397" fmla="*/ 4136013 w 6840854"/>
                    <a:gd name="csY1397" fmla="*/ 2638917 h 2638629"/>
                    <a:gd name="csX1398" fmla="*/ 4129165 w 6840854"/>
                    <a:gd name="csY1398" fmla="*/ 2638917 h 2638629"/>
                    <a:gd name="csX1399" fmla="*/ 4122317 w 6840854"/>
                    <a:gd name="csY1399" fmla="*/ 2638917 h 2638629"/>
                    <a:gd name="csX1400" fmla="*/ 4115470 w 6840854"/>
                    <a:gd name="csY1400" fmla="*/ 2638917 h 2638629"/>
                    <a:gd name="csX1401" fmla="*/ 4108622 w 6840854"/>
                    <a:gd name="csY1401" fmla="*/ 2638917 h 2638629"/>
                    <a:gd name="csX1402" fmla="*/ 4101774 w 6840854"/>
                    <a:gd name="csY1402" fmla="*/ 2638917 h 2638629"/>
                    <a:gd name="csX1403" fmla="*/ 4094926 w 6840854"/>
                    <a:gd name="csY1403" fmla="*/ 2638917 h 2638629"/>
                    <a:gd name="csX1404" fmla="*/ 4088079 w 6840854"/>
                    <a:gd name="csY1404" fmla="*/ 2638917 h 2638629"/>
                    <a:gd name="csX1405" fmla="*/ 4081231 w 6840854"/>
                    <a:gd name="csY1405" fmla="*/ 2638917 h 2638629"/>
                    <a:gd name="csX1406" fmla="*/ 4074383 w 6840854"/>
                    <a:gd name="csY1406" fmla="*/ 2638917 h 2638629"/>
                    <a:gd name="csX1407" fmla="*/ 4067535 w 6840854"/>
                    <a:gd name="csY1407" fmla="*/ 2638917 h 2638629"/>
                    <a:gd name="csX1408" fmla="*/ 4060688 w 6840854"/>
                    <a:gd name="csY1408" fmla="*/ 2638917 h 2638629"/>
                    <a:gd name="csX1409" fmla="*/ 4053840 w 6840854"/>
                    <a:gd name="csY1409" fmla="*/ 2638917 h 2638629"/>
                    <a:gd name="csX1410" fmla="*/ 4046992 w 6840854"/>
                    <a:gd name="csY1410" fmla="*/ 2638917 h 2638629"/>
                    <a:gd name="csX1411" fmla="*/ 4040145 w 6840854"/>
                    <a:gd name="csY1411" fmla="*/ 2638917 h 2638629"/>
                    <a:gd name="csX1412" fmla="*/ 4033297 w 6840854"/>
                    <a:gd name="csY1412" fmla="*/ 2638917 h 2638629"/>
                    <a:gd name="csX1413" fmla="*/ 4026449 w 6840854"/>
                    <a:gd name="csY1413" fmla="*/ 2638917 h 2638629"/>
                    <a:gd name="csX1414" fmla="*/ 4019601 w 6840854"/>
                    <a:gd name="csY1414" fmla="*/ 2638917 h 2638629"/>
                    <a:gd name="csX1415" fmla="*/ 4012754 w 6840854"/>
                    <a:gd name="csY1415" fmla="*/ 2638917 h 2638629"/>
                    <a:gd name="csX1416" fmla="*/ 4005906 w 6840854"/>
                    <a:gd name="csY1416" fmla="*/ 2638917 h 2638629"/>
                    <a:gd name="csX1417" fmla="*/ 3999059 w 6840854"/>
                    <a:gd name="csY1417" fmla="*/ 2638917 h 2638629"/>
                    <a:gd name="csX1418" fmla="*/ 3992211 w 6840854"/>
                    <a:gd name="csY1418" fmla="*/ 2638917 h 2638629"/>
                    <a:gd name="csX1419" fmla="*/ 3985363 w 6840854"/>
                    <a:gd name="csY1419" fmla="*/ 2638917 h 2638629"/>
                    <a:gd name="csX1420" fmla="*/ 3978516 w 6840854"/>
                    <a:gd name="csY1420" fmla="*/ 2638917 h 2638629"/>
                    <a:gd name="csX1421" fmla="*/ 3971668 w 6840854"/>
                    <a:gd name="csY1421" fmla="*/ 2638917 h 2638629"/>
                    <a:gd name="csX1422" fmla="*/ 3964820 w 6840854"/>
                    <a:gd name="csY1422" fmla="*/ 2638917 h 2638629"/>
                    <a:gd name="csX1423" fmla="*/ 3957972 w 6840854"/>
                    <a:gd name="csY1423" fmla="*/ 2638917 h 2638629"/>
                    <a:gd name="csX1424" fmla="*/ 3951125 w 6840854"/>
                    <a:gd name="csY1424" fmla="*/ 2638917 h 2638629"/>
                    <a:gd name="csX1425" fmla="*/ 3944277 w 6840854"/>
                    <a:gd name="csY1425" fmla="*/ 2638917 h 2638629"/>
                    <a:gd name="csX1426" fmla="*/ 3937429 w 6840854"/>
                    <a:gd name="csY1426" fmla="*/ 2638917 h 2638629"/>
                    <a:gd name="csX1427" fmla="*/ 3930581 w 6840854"/>
                    <a:gd name="csY1427" fmla="*/ 2638917 h 2638629"/>
                    <a:gd name="csX1428" fmla="*/ 3923734 w 6840854"/>
                    <a:gd name="csY1428" fmla="*/ 2638917 h 2638629"/>
                    <a:gd name="csX1429" fmla="*/ 3916886 w 6840854"/>
                    <a:gd name="csY1429" fmla="*/ 2638917 h 2638629"/>
                    <a:gd name="csX1430" fmla="*/ 3910038 w 6840854"/>
                    <a:gd name="csY1430" fmla="*/ 2638917 h 2638629"/>
                    <a:gd name="csX1431" fmla="*/ 3903191 w 6840854"/>
                    <a:gd name="csY1431" fmla="*/ 2638917 h 2638629"/>
                    <a:gd name="csX1432" fmla="*/ 3896343 w 6840854"/>
                    <a:gd name="csY1432" fmla="*/ 2638917 h 2638629"/>
                    <a:gd name="csX1433" fmla="*/ 3889495 w 6840854"/>
                    <a:gd name="csY1433" fmla="*/ 2638917 h 2638629"/>
                    <a:gd name="csX1434" fmla="*/ 3882647 w 6840854"/>
                    <a:gd name="csY1434" fmla="*/ 2638917 h 2638629"/>
                    <a:gd name="csX1435" fmla="*/ 3875800 w 6840854"/>
                    <a:gd name="csY1435" fmla="*/ 2638917 h 2638629"/>
                    <a:gd name="csX1436" fmla="*/ 3868952 w 6840854"/>
                    <a:gd name="csY1436" fmla="*/ 2638917 h 2638629"/>
                    <a:gd name="csX1437" fmla="*/ 3862104 w 6840854"/>
                    <a:gd name="csY1437" fmla="*/ 2638917 h 2638629"/>
                    <a:gd name="csX1438" fmla="*/ 3855257 w 6840854"/>
                    <a:gd name="csY1438" fmla="*/ 2638917 h 2638629"/>
                    <a:gd name="csX1439" fmla="*/ 3848409 w 6840854"/>
                    <a:gd name="csY1439" fmla="*/ 2638917 h 2638629"/>
                    <a:gd name="csX1440" fmla="*/ 3841562 w 6840854"/>
                    <a:gd name="csY1440" fmla="*/ 2638917 h 2638629"/>
                    <a:gd name="csX1441" fmla="*/ 3834714 w 6840854"/>
                    <a:gd name="csY1441" fmla="*/ 2638917 h 2638629"/>
                    <a:gd name="csX1442" fmla="*/ 3827866 w 6840854"/>
                    <a:gd name="csY1442" fmla="*/ 2638917 h 2638629"/>
                    <a:gd name="csX1443" fmla="*/ 3821018 w 6840854"/>
                    <a:gd name="csY1443" fmla="*/ 2638917 h 2638629"/>
                    <a:gd name="csX1444" fmla="*/ 3814171 w 6840854"/>
                    <a:gd name="csY1444" fmla="*/ 2638917 h 2638629"/>
                    <a:gd name="csX1445" fmla="*/ 3807323 w 6840854"/>
                    <a:gd name="csY1445" fmla="*/ 2638917 h 2638629"/>
                    <a:gd name="csX1446" fmla="*/ 3800475 w 6840854"/>
                    <a:gd name="csY1446" fmla="*/ 2638917 h 2638629"/>
                    <a:gd name="csX1447" fmla="*/ 3793627 w 6840854"/>
                    <a:gd name="csY1447" fmla="*/ 2638917 h 2638629"/>
                    <a:gd name="csX1448" fmla="*/ 3786780 w 6840854"/>
                    <a:gd name="csY1448" fmla="*/ 2638917 h 2638629"/>
                    <a:gd name="csX1449" fmla="*/ 3779932 w 6840854"/>
                    <a:gd name="csY1449" fmla="*/ 2638917 h 2638629"/>
                    <a:gd name="csX1450" fmla="*/ 3773084 w 6840854"/>
                    <a:gd name="csY1450" fmla="*/ 2638917 h 2638629"/>
                    <a:gd name="csX1451" fmla="*/ 3766237 w 6840854"/>
                    <a:gd name="csY1451" fmla="*/ 2638917 h 2638629"/>
                    <a:gd name="csX1452" fmla="*/ 3759389 w 6840854"/>
                    <a:gd name="csY1452" fmla="*/ 2638917 h 2638629"/>
                    <a:gd name="csX1453" fmla="*/ 3752541 w 6840854"/>
                    <a:gd name="csY1453" fmla="*/ 2638917 h 2638629"/>
                    <a:gd name="csX1454" fmla="*/ 3745693 w 6840854"/>
                    <a:gd name="csY1454" fmla="*/ 2638917 h 2638629"/>
                    <a:gd name="csX1455" fmla="*/ 3738846 w 6840854"/>
                    <a:gd name="csY1455" fmla="*/ 2638917 h 2638629"/>
                    <a:gd name="csX1456" fmla="*/ 3731998 w 6840854"/>
                    <a:gd name="csY1456" fmla="*/ 2638917 h 2638629"/>
                    <a:gd name="csX1457" fmla="*/ 3725150 w 6840854"/>
                    <a:gd name="csY1457" fmla="*/ 2638917 h 2638629"/>
                    <a:gd name="csX1458" fmla="*/ 3718303 w 6840854"/>
                    <a:gd name="csY1458" fmla="*/ 2638917 h 2638629"/>
                    <a:gd name="csX1459" fmla="*/ 3711455 w 6840854"/>
                    <a:gd name="csY1459" fmla="*/ 2638917 h 2638629"/>
                    <a:gd name="csX1460" fmla="*/ 3704607 w 6840854"/>
                    <a:gd name="csY1460" fmla="*/ 2638917 h 2638629"/>
                    <a:gd name="csX1461" fmla="*/ 3697759 w 6840854"/>
                    <a:gd name="csY1461" fmla="*/ 2638917 h 2638629"/>
                    <a:gd name="csX1462" fmla="*/ 3690912 w 6840854"/>
                    <a:gd name="csY1462" fmla="*/ 2638917 h 2638629"/>
                    <a:gd name="csX1463" fmla="*/ 3684064 w 6840854"/>
                    <a:gd name="csY1463" fmla="*/ 2638917 h 2638629"/>
                    <a:gd name="csX1464" fmla="*/ 3677217 w 6840854"/>
                    <a:gd name="csY1464" fmla="*/ 2638917 h 2638629"/>
                    <a:gd name="csX1465" fmla="*/ 3670369 w 6840854"/>
                    <a:gd name="csY1465" fmla="*/ 2638917 h 2638629"/>
                    <a:gd name="csX1466" fmla="*/ 3663521 w 6840854"/>
                    <a:gd name="csY1466" fmla="*/ 2638917 h 2638629"/>
                    <a:gd name="csX1467" fmla="*/ 3656673 w 6840854"/>
                    <a:gd name="csY1467" fmla="*/ 2638917 h 2638629"/>
                    <a:gd name="csX1468" fmla="*/ 3649826 w 6840854"/>
                    <a:gd name="csY1468" fmla="*/ 2638917 h 2638629"/>
                    <a:gd name="csX1469" fmla="*/ 3642978 w 6840854"/>
                    <a:gd name="csY1469" fmla="*/ 2638917 h 2638629"/>
                    <a:gd name="csX1470" fmla="*/ 3636130 w 6840854"/>
                    <a:gd name="csY1470" fmla="*/ 2638917 h 2638629"/>
                    <a:gd name="csX1471" fmla="*/ 3629283 w 6840854"/>
                    <a:gd name="csY1471" fmla="*/ 2638917 h 2638629"/>
                    <a:gd name="csX1472" fmla="*/ 3622435 w 6840854"/>
                    <a:gd name="csY1472" fmla="*/ 2638917 h 2638629"/>
                    <a:gd name="csX1473" fmla="*/ 3615587 w 6840854"/>
                    <a:gd name="csY1473" fmla="*/ 2638917 h 2638629"/>
                    <a:gd name="csX1474" fmla="*/ 3608739 w 6840854"/>
                    <a:gd name="csY1474" fmla="*/ 2638917 h 2638629"/>
                    <a:gd name="csX1475" fmla="*/ 3601892 w 6840854"/>
                    <a:gd name="csY1475" fmla="*/ 2638917 h 2638629"/>
                    <a:gd name="csX1476" fmla="*/ 3595044 w 6840854"/>
                    <a:gd name="csY1476" fmla="*/ 2638917 h 2638629"/>
                    <a:gd name="csX1477" fmla="*/ 3588196 w 6840854"/>
                    <a:gd name="csY1477" fmla="*/ 2638917 h 2638629"/>
                    <a:gd name="csX1478" fmla="*/ 3581349 w 6840854"/>
                    <a:gd name="csY1478" fmla="*/ 2638917 h 2638629"/>
                    <a:gd name="csX1479" fmla="*/ 3574501 w 6840854"/>
                    <a:gd name="csY1479" fmla="*/ 2638917 h 2638629"/>
                    <a:gd name="csX1480" fmla="*/ 3567653 w 6840854"/>
                    <a:gd name="csY1480" fmla="*/ 2638917 h 2638629"/>
                    <a:gd name="csX1481" fmla="*/ 3560805 w 6840854"/>
                    <a:gd name="csY1481" fmla="*/ 2638917 h 2638629"/>
                    <a:gd name="csX1482" fmla="*/ 3553958 w 6840854"/>
                    <a:gd name="csY1482" fmla="*/ 2638917 h 2638629"/>
                    <a:gd name="csX1483" fmla="*/ 3547110 w 6840854"/>
                    <a:gd name="csY1483" fmla="*/ 2638917 h 2638629"/>
                    <a:gd name="csX1484" fmla="*/ 3540262 w 6840854"/>
                    <a:gd name="csY1484" fmla="*/ 2638917 h 2638629"/>
                    <a:gd name="csX1485" fmla="*/ 3533415 w 6840854"/>
                    <a:gd name="csY1485" fmla="*/ 2638917 h 2638629"/>
                    <a:gd name="csX1486" fmla="*/ 3526567 w 6840854"/>
                    <a:gd name="csY1486" fmla="*/ 2638917 h 2638629"/>
                    <a:gd name="csX1487" fmla="*/ 3519719 w 6840854"/>
                    <a:gd name="csY1487" fmla="*/ 2638917 h 2638629"/>
                    <a:gd name="csX1488" fmla="*/ 3512872 w 6840854"/>
                    <a:gd name="csY1488" fmla="*/ 2638917 h 2638629"/>
                    <a:gd name="csX1489" fmla="*/ 3506024 w 6840854"/>
                    <a:gd name="csY1489" fmla="*/ 2638917 h 2638629"/>
                    <a:gd name="csX1490" fmla="*/ 3499176 w 6840854"/>
                    <a:gd name="csY1490" fmla="*/ 2638917 h 2638629"/>
                    <a:gd name="csX1491" fmla="*/ 3492329 w 6840854"/>
                    <a:gd name="csY1491" fmla="*/ 2638917 h 2638629"/>
                    <a:gd name="csX1492" fmla="*/ 3485481 w 6840854"/>
                    <a:gd name="csY1492" fmla="*/ 2638917 h 2638629"/>
                    <a:gd name="csX1493" fmla="*/ 3478633 w 6840854"/>
                    <a:gd name="csY1493" fmla="*/ 2638917 h 2638629"/>
                    <a:gd name="csX1494" fmla="*/ 3471785 w 6840854"/>
                    <a:gd name="csY1494" fmla="*/ 2638917 h 2638629"/>
                    <a:gd name="csX1495" fmla="*/ 3464938 w 6840854"/>
                    <a:gd name="csY1495" fmla="*/ 2638917 h 2638629"/>
                    <a:gd name="csX1496" fmla="*/ 3458090 w 6840854"/>
                    <a:gd name="csY1496" fmla="*/ 2638917 h 2638629"/>
                    <a:gd name="csX1497" fmla="*/ 3451242 w 6840854"/>
                    <a:gd name="csY1497" fmla="*/ 2638917 h 2638629"/>
                    <a:gd name="csX1498" fmla="*/ 3444395 w 6840854"/>
                    <a:gd name="csY1498" fmla="*/ 2638917 h 2638629"/>
                    <a:gd name="csX1499" fmla="*/ 3437547 w 6840854"/>
                    <a:gd name="csY1499" fmla="*/ 2638917 h 2638629"/>
                    <a:gd name="csX1500" fmla="*/ 3430699 w 6840854"/>
                    <a:gd name="csY1500" fmla="*/ 2638917 h 2638629"/>
                    <a:gd name="csX1501" fmla="*/ 3423851 w 6840854"/>
                    <a:gd name="csY1501" fmla="*/ 2638917 h 2638629"/>
                    <a:gd name="csX1502" fmla="*/ 3417004 w 6840854"/>
                    <a:gd name="csY1502" fmla="*/ 2638917 h 2638629"/>
                    <a:gd name="csX1503" fmla="*/ 3410156 w 6840854"/>
                    <a:gd name="csY1503" fmla="*/ 2638917 h 2638629"/>
                    <a:gd name="csX1504" fmla="*/ 3403308 w 6840854"/>
                    <a:gd name="csY1504" fmla="*/ 2638917 h 2638629"/>
                    <a:gd name="csX1505" fmla="*/ 3396461 w 6840854"/>
                    <a:gd name="csY1505" fmla="*/ 2638917 h 2638629"/>
                    <a:gd name="csX1506" fmla="*/ 3389613 w 6840854"/>
                    <a:gd name="csY1506" fmla="*/ 2638917 h 2638629"/>
                    <a:gd name="csX1507" fmla="*/ 3382765 w 6840854"/>
                    <a:gd name="csY1507" fmla="*/ 2638917 h 2638629"/>
                    <a:gd name="csX1508" fmla="*/ 3375917 w 6840854"/>
                    <a:gd name="csY1508" fmla="*/ 2638917 h 2638629"/>
                    <a:gd name="csX1509" fmla="*/ 3369070 w 6840854"/>
                    <a:gd name="csY1509" fmla="*/ 2638917 h 2638629"/>
                    <a:gd name="csX1510" fmla="*/ 3362222 w 6840854"/>
                    <a:gd name="csY1510" fmla="*/ 2638917 h 2638629"/>
                    <a:gd name="csX1511" fmla="*/ 3355375 w 6840854"/>
                    <a:gd name="csY1511" fmla="*/ 2638917 h 2638629"/>
                    <a:gd name="csX1512" fmla="*/ 3348527 w 6840854"/>
                    <a:gd name="csY1512" fmla="*/ 2638917 h 2638629"/>
                    <a:gd name="csX1513" fmla="*/ 3341679 w 6840854"/>
                    <a:gd name="csY1513" fmla="*/ 2638917 h 2638629"/>
                    <a:gd name="csX1514" fmla="*/ 3334831 w 6840854"/>
                    <a:gd name="csY1514" fmla="*/ 2638917 h 2638629"/>
                    <a:gd name="csX1515" fmla="*/ 3327984 w 6840854"/>
                    <a:gd name="csY1515" fmla="*/ 2638917 h 2638629"/>
                    <a:gd name="csX1516" fmla="*/ 3321136 w 6840854"/>
                    <a:gd name="csY1516" fmla="*/ 2638917 h 2638629"/>
                    <a:gd name="csX1517" fmla="*/ 3314288 w 6840854"/>
                    <a:gd name="csY1517" fmla="*/ 2638917 h 2638629"/>
                    <a:gd name="csX1518" fmla="*/ 3307441 w 6840854"/>
                    <a:gd name="csY1518" fmla="*/ 2638917 h 2638629"/>
                    <a:gd name="csX1519" fmla="*/ 3300593 w 6840854"/>
                    <a:gd name="csY1519" fmla="*/ 2638917 h 2638629"/>
                    <a:gd name="csX1520" fmla="*/ 3293745 w 6840854"/>
                    <a:gd name="csY1520" fmla="*/ 2638917 h 2638629"/>
                    <a:gd name="csX1521" fmla="*/ 3286897 w 6840854"/>
                    <a:gd name="csY1521" fmla="*/ 2638917 h 2638629"/>
                    <a:gd name="csX1522" fmla="*/ 3280050 w 6840854"/>
                    <a:gd name="csY1522" fmla="*/ 2638917 h 2638629"/>
                    <a:gd name="csX1523" fmla="*/ 3273202 w 6840854"/>
                    <a:gd name="csY1523" fmla="*/ 2638917 h 2638629"/>
                    <a:gd name="csX1524" fmla="*/ 3266354 w 6840854"/>
                    <a:gd name="csY1524" fmla="*/ 2638917 h 2638629"/>
                    <a:gd name="csX1525" fmla="*/ 3259507 w 6840854"/>
                    <a:gd name="csY1525" fmla="*/ 2638917 h 2638629"/>
                    <a:gd name="csX1526" fmla="*/ 3252659 w 6840854"/>
                    <a:gd name="csY1526" fmla="*/ 2638917 h 2638629"/>
                    <a:gd name="csX1527" fmla="*/ 3245811 w 6840854"/>
                    <a:gd name="csY1527" fmla="*/ 2638917 h 2638629"/>
                    <a:gd name="csX1528" fmla="*/ 3238963 w 6840854"/>
                    <a:gd name="csY1528" fmla="*/ 2638917 h 2638629"/>
                    <a:gd name="csX1529" fmla="*/ 3232116 w 6840854"/>
                    <a:gd name="csY1529" fmla="*/ 2638917 h 2638629"/>
                    <a:gd name="csX1530" fmla="*/ 3225268 w 6840854"/>
                    <a:gd name="csY1530" fmla="*/ 2638917 h 2638629"/>
                    <a:gd name="csX1531" fmla="*/ 3218421 w 6840854"/>
                    <a:gd name="csY1531" fmla="*/ 2638917 h 2638629"/>
                    <a:gd name="csX1532" fmla="*/ 3211573 w 6840854"/>
                    <a:gd name="csY1532" fmla="*/ 2638917 h 2638629"/>
                    <a:gd name="csX1533" fmla="*/ 3204725 w 6840854"/>
                    <a:gd name="csY1533" fmla="*/ 2638917 h 2638629"/>
                    <a:gd name="csX1534" fmla="*/ 3197877 w 6840854"/>
                    <a:gd name="csY1534" fmla="*/ 2638917 h 2638629"/>
                    <a:gd name="csX1535" fmla="*/ 3191030 w 6840854"/>
                    <a:gd name="csY1535" fmla="*/ 2638917 h 2638629"/>
                    <a:gd name="csX1536" fmla="*/ 3184182 w 6840854"/>
                    <a:gd name="csY1536" fmla="*/ 2638917 h 2638629"/>
                    <a:gd name="csX1537" fmla="*/ 3177334 w 6840854"/>
                    <a:gd name="csY1537" fmla="*/ 2638917 h 2638629"/>
                    <a:gd name="csX1538" fmla="*/ 3170487 w 6840854"/>
                    <a:gd name="csY1538" fmla="*/ 2638917 h 2638629"/>
                    <a:gd name="csX1539" fmla="*/ 3163639 w 6840854"/>
                    <a:gd name="csY1539" fmla="*/ 2638917 h 2638629"/>
                    <a:gd name="csX1540" fmla="*/ 3156791 w 6840854"/>
                    <a:gd name="csY1540" fmla="*/ 2638917 h 2638629"/>
                    <a:gd name="csX1541" fmla="*/ 3149943 w 6840854"/>
                    <a:gd name="csY1541" fmla="*/ 2638917 h 2638629"/>
                    <a:gd name="csX1542" fmla="*/ 3143096 w 6840854"/>
                    <a:gd name="csY1542" fmla="*/ 2638917 h 2638629"/>
                    <a:gd name="csX1543" fmla="*/ 3136248 w 6840854"/>
                    <a:gd name="csY1543" fmla="*/ 2638917 h 2638629"/>
                    <a:gd name="csX1544" fmla="*/ 3129400 w 6840854"/>
                    <a:gd name="csY1544" fmla="*/ 2638917 h 2638629"/>
                    <a:gd name="csX1545" fmla="*/ 3122553 w 6840854"/>
                    <a:gd name="csY1545" fmla="*/ 2638917 h 2638629"/>
                    <a:gd name="csX1546" fmla="*/ 3115705 w 6840854"/>
                    <a:gd name="csY1546" fmla="*/ 2638917 h 2638629"/>
                    <a:gd name="csX1547" fmla="*/ 3108857 w 6840854"/>
                    <a:gd name="csY1547" fmla="*/ 2638917 h 2638629"/>
                    <a:gd name="csX1548" fmla="*/ 3102009 w 6840854"/>
                    <a:gd name="csY1548" fmla="*/ 2638917 h 2638629"/>
                    <a:gd name="csX1549" fmla="*/ 3095162 w 6840854"/>
                    <a:gd name="csY1549" fmla="*/ 2638917 h 2638629"/>
                    <a:gd name="csX1550" fmla="*/ 3088314 w 6840854"/>
                    <a:gd name="csY1550" fmla="*/ 2638917 h 2638629"/>
                    <a:gd name="csX1551" fmla="*/ 3081466 w 6840854"/>
                    <a:gd name="csY1551" fmla="*/ 2638917 h 2638629"/>
                    <a:gd name="csX1552" fmla="*/ 3074619 w 6840854"/>
                    <a:gd name="csY1552" fmla="*/ 2638917 h 2638629"/>
                    <a:gd name="csX1553" fmla="*/ 3067771 w 6840854"/>
                    <a:gd name="csY1553" fmla="*/ 2638917 h 2638629"/>
                    <a:gd name="csX1554" fmla="*/ 3060923 w 6840854"/>
                    <a:gd name="csY1554" fmla="*/ 2638917 h 2638629"/>
                    <a:gd name="csX1555" fmla="*/ 3054075 w 6840854"/>
                    <a:gd name="csY1555" fmla="*/ 2638917 h 2638629"/>
                    <a:gd name="csX1556" fmla="*/ 3047228 w 6840854"/>
                    <a:gd name="csY1556" fmla="*/ 2638917 h 2638629"/>
                    <a:gd name="csX1557" fmla="*/ 3040380 w 6840854"/>
                    <a:gd name="csY1557" fmla="*/ 2638917 h 2638629"/>
                    <a:gd name="csX1558" fmla="*/ 3033532 w 6840854"/>
                    <a:gd name="csY1558" fmla="*/ 2638917 h 2638629"/>
                    <a:gd name="csX1559" fmla="*/ 3026685 w 6840854"/>
                    <a:gd name="csY1559" fmla="*/ 2638917 h 2638629"/>
                    <a:gd name="csX1560" fmla="*/ 3019837 w 6840854"/>
                    <a:gd name="csY1560" fmla="*/ 2638917 h 2638629"/>
                    <a:gd name="csX1561" fmla="*/ 3012989 w 6840854"/>
                    <a:gd name="csY1561" fmla="*/ 2638917 h 2638629"/>
                    <a:gd name="csX1562" fmla="*/ 3006142 w 6840854"/>
                    <a:gd name="csY1562" fmla="*/ 2638917 h 2638629"/>
                    <a:gd name="csX1563" fmla="*/ 2999294 w 6840854"/>
                    <a:gd name="csY1563" fmla="*/ 2638917 h 2638629"/>
                    <a:gd name="csX1564" fmla="*/ 2992446 w 6840854"/>
                    <a:gd name="csY1564" fmla="*/ 2638917 h 2638629"/>
                    <a:gd name="csX1565" fmla="*/ 2985598 w 6840854"/>
                    <a:gd name="csY1565" fmla="*/ 2638917 h 2638629"/>
                    <a:gd name="csX1566" fmla="*/ 2978751 w 6840854"/>
                    <a:gd name="csY1566" fmla="*/ 2638917 h 2638629"/>
                    <a:gd name="csX1567" fmla="*/ 2971903 w 6840854"/>
                    <a:gd name="csY1567" fmla="*/ 2638917 h 2638629"/>
                    <a:gd name="csX1568" fmla="*/ 2965055 w 6840854"/>
                    <a:gd name="csY1568" fmla="*/ 2638917 h 2638629"/>
                    <a:gd name="csX1569" fmla="*/ 2958208 w 6840854"/>
                    <a:gd name="csY1569" fmla="*/ 2638917 h 2638629"/>
                    <a:gd name="csX1570" fmla="*/ 2951360 w 6840854"/>
                    <a:gd name="csY1570" fmla="*/ 2638917 h 2638629"/>
                    <a:gd name="csX1571" fmla="*/ 2944512 w 6840854"/>
                    <a:gd name="csY1571" fmla="*/ 2638917 h 2638629"/>
                    <a:gd name="csX1572" fmla="*/ 2937665 w 6840854"/>
                    <a:gd name="csY1572" fmla="*/ 2638917 h 2638629"/>
                    <a:gd name="csX1573" fmla="*/ 2930817 w 6840854"/>
                    <a:gd name="csY1573" fmla="*/ 2638917 h 2638629"/>
                    <a:gd name="csX1574" fmla="*/ 2923969 w 6840854"/>
                    <a:gd name="csY1574" fmla="*/ 2638917 h 2638629"/>
                    <a:gd name="csX1575" fmla="*/ 2917121 w 6840854"/>
                    <a:gd name="csY1575" fmla="*/ 2638917 h 2638629"/>
                    <a:gd name="csX1576" fmla="*/ 2910274 w 6840854"/>
                    <a:gd name="csY1576" fmla="*/ 2638917 h 2638629"/>
                    <a:gd name="csX1577" fmla="*/ 2903426 w 6840854"/>
                    <a:gd name="csY1577" fmla="*/ 2638917 h 2638629"/>
                    <a:gd name="csX1578" fmla="*/ 2896578 w 6840854"/>
                    <a:gd name="csY1578" fmla="*/ 2638917 h 2638629"/>
                    <a:gd name="csX1579" fmla="*/ 2889731 w 6840854"/>
                    <a:gd name="csY1579" fmla="*/ 2638917 h 2638629"/>
                    <a:gd name="csX1580" fmla="*/ 2882883 w 6840854"/>
                    <a:gd name="csY1580" fmla="*/ 2638917 h 2638629"/>
                    <a:gd name="csX1581" fmla="*/ 2876035 w 6840854"/>
                    <a:gd name="csY1581" fmla="*/ 2638917 h 2638629"/>
                    <a:gd name="csX1582" fmla="*/ 2869188 w 6840854"/>
                    <a:gd name="csY1582" fmla="*/ 2638917 h 2638629"/>
                    <a:gd name="csX1583" fmla="*/ 2862340 w 6840854"/>
                    <a:gd name="csY1583" fmla="*/ 2638917 h 2638629"/>
                    <a:gd name="csX1584" fmla="*/ 2855492 w 6840854"/>
                    <a:gd name="csY1584" fmla="*/ 2638917 h 2638629"/>
                    <a:gd name="csX1585" fmla="*/ 2848644 w 6840854"/>
                    <a:gd name="csY1585" fmla="*/ 2638917 h 2638629"/>
                    <a:gd name="csX1586" fmla="*/ 2841797 w 6840854"/>
                    <a:gd name="csY1586" fmla="*/ 2638917 h 2638629"/>
                    <a:gd name="csX1587" fmla="*/ 2834949 w 6840854"/>
                    <a:gd name="csY1587" fmla="*/ 2638917 h 2638629"/>
                    <a:gd name="csX1588" fmla="*/ 2828101 w 6840854"/>
                    <a:gd name="csY1588" fmla="*/ 2638917 h 2638629"/>
                    <a:gd name="csX1589" fmla="*/ 2821254 w 6840854"/>
                    <a:gd name="csY1589" fmla="*/ 2638917 h 2638629"/>
                    <a:gd name="csX1590" fmla="*/ 2814406 w 6840854"/>
                    <a:gd name="csY1590" fmla="*/ 2638917 h 2638629"/>
                    <a:gd name="csX1591" fmla="*/ 2807558 w 6840854"/>
                    <a:gd name="csY1591" fmla="*/ 2638917 h 2638629"/>
                    <a:gd name="csX1592" fmla="*/ 2800711 w 6840854"/>
                    <a:gd name="csY1592" fmla="*/ 2638917 h 2638629"/>
                    <a:gd name="csX1593" fmla="*/ 2793863 w 6840854"/>
                    <a:gd name="csY1593" fmla="*/ 2638917 h 2638629"/>
                    <a:gd name="csX1594" fmla="*/ 2787015 w 6840854"/>
                    <a:gd name="csY1594" fmla="*/ 2638917 h 2638629"/>
                    <a:gd name="csX1595" fmla="*/ 2780167 w 6840854"/>
                    <a:gd name="csY1595" fmla="*/ 2638917 h 2638629"/>
                    <a:gd name="csX1596" fmla="*/ 2773320 w 6840854"/>
                    <a:gd name="csY1596" fmla="*/ 2638917 h 2638629"/>
                    <a:gd name="csX1597" fmla="*/ 2766472 w 6840854"/>
                    <a:gd name="csY1597" fmla="*/ 2638917 h 2638629"/>
                    <a:gd name="csX1598" fmla="*/ 2759624 w 6840854"/>
                    <a:gd name="csY1598" fmla="*/ 2638917 h 2638629"/>
                    <a:gd name="csX1599" fmla="*/ 2752777 w 6840854"/>
                    <a:gd name="csY1599" fmla="*/ 2638917 h 2638629"/>
                    <a:gd name="csX1600" fmla="*/ 2745929 w 6840854"/>
                    <a:gd name="csY1600" fmla="*/ 2638917 h 2638629"/>
                    <a:gd name="csX1601" fmla="*/ 2739081 w 6840854"/>
                    <a:gd name="csY1601" fmla="*/ 2638917 h 2638629"/>
                    <a:gd name="csX1602" fmla="*/ 2732234 w 6840854"/>
                    <a:gd name="csY1602" fmla="*/ 2638917 h 2638629"/>
                    <a:gd name="csX1603" fmla="*/ 2725386 w 6840854"/>
                    <a:gd name="csY1603" fmla="*/ 2638917 h 2638629"/>
                    <a:gd name="csX1604" fmla="*/ 2718538 w 6840854"/>
                    <a:gd name="csY1604" fmla="*/ 2638917 h 2638629"/>
                    <a:gd name="csX1605" fmla="*/ 2711690 w 6840854"/>
                    <a:gd name="csY1605" fmla="*/ 2638917 h 2638629"/>
                    <a:gd name="csX1606" fmla="*/ 2704843 w 6840854"/>
                    <a:gd name="csY1606" fmla="*/ 2638917 h 2638629"/>
                    <a:gd name="csX1607" fmla="*/ 2697995 w 6840854"/>
                    <a:gd name="csY1607" fmla="*/ 2638917 h 2638629"/>
                    <a:gd name="csX1608" fmla="*/ 2691147 w 6840854"/>
                    <a:gd name="csY1608" fmla="*/ 2638917 h 2638629"/>
                    <a:gd name="csX1609" fmla="*/ 2684300 w 6840854"/>
                    <a:gd name="csY1609" fmla="*/ 2638917 h 2638629"/>
                    <a:gd name="csX1610" fmla="*/ 2677452 w 6840854"/>
                    <a:gd name="csY1610" fmla="*/ 2638917 h 2638629"/>
                    <a:gd name="csX1611" fmla="*/ 2670604 w 6840854"/>
                    <a:gd name="csY1611" fmla="*/ 2638917 h 2638629"/>
                    <a:gd name="csX1612" fmla="*/ 2663756 w 6840854"/>
                    <a:gd name="csY1612" fmla="*/ 2638917 h 2638629"/>
                    <a:gd name="csX1613" fmla="*/ 2656909 w 6840854"/>
                    <a:gd name="csY1613" fmla="*/ 2638917 h 2638629"/>
                    <a:gd name="csX1614" fmla="*/ 2650061 w 6840854"/>
                    <a:gd name="csY1614" fmla="*/ 2638917 h 2638629"/>
                    <a:gd name="csX1615" fmla="*/ 2643213 w 6840854"/>
                    <a:gd name="csY1615" fmla="*/ 2638917 h 2638629"/>
                    <a:gd name="csX1616" fmla="*/ 2636366 w 6840854"/>
                    <a:gd name="csY1616" fmla="*/ 2638917 h 2638629"/>
                    <a:gd name="csX1617" fmla="*/ 2629518 w 6840854"/>
                    <a:gd name="csY1617" fmla="*/ 2638917 h 2638629"/>
                    <a:gd name="csX1618" fmla="*/ 2622670 w 6840854"/>
                    <a:gd name="csY1618" fmla="*/ 2638917 h 2638629"/>
                    <a:gd name="csX1619" fmla="*/ 2615823 w 6840854"/>
                    <a:gd name="csY1619" fmla="*/ 2638917 h 2638629"/>
                    <a:gd name="csX1620" fmla="*/ 2608975 w 6840854"/>
                    <a:gd name="csY1620" fmla="*/ 2638917 h 2638629"/>
                    <a:gd name="csX1621" fmla="*/ 2602127 w 6840854"/>
                    <a:gd name="csY1621" fmla="*/ 2638917 h 2638629"/>
                    <a:gd name="csX1622" fmla="*/ 2595279 w 6840854"/>
                    <a:gd name="csY1622" fmla="*/ 2638917 h 2638629"/>
                    <a:gd name="csX1623" fmla="*/ 2588432 w 6840854"/>
                    <a:gd name="csY1623" fmla="*/ 2638917 h 2638629"/>
                    <a:gd name="csX1624" fmla="*/ 2581584 w 6840854"/>
                    <a:gd name="csY1624" fmla="*/ 2638917 h 2638629"/>
                    <a:gd name="csX1625" fmla="*/ 2574736 w 6840854"/>
                    <a:gd name="csY1625" fmla="*/ 2638917 h 2638629"/>
                    <a:gd name="csX1626" fmla="*/ 2567889 w 6840854"/>
                    <a:gd name="csY1626" fmla="*/ 2638917 h 2638629"/>
                    <a:gd name="csX1627" fmla="*/ 2561041 w 6840854"/>
                    <a:gd name="csY1627" fmla="*/ 2638917 h 2638629"/>
                    <a:gd name="csX1628" fmla="*/ 2554193 w 6840854"/>
                    <a:gd name="csY1628" fmla="*/ 2638917 h 2638629"/>
                    <a:gd name="csX1629" fmla="*/ 2547346 w 6840854"/>
                    <a:gd name="csY1629" fmla="*/ 2638917 h 2638629"/>
                    <a:gd name="csX1630" fmla="*/ 2540498 w 6840854"/>
                    <a:gd name="csY1630" fmla="*/ 2638917 h 2638629"/>
                    <a:gd name="csX1631" fmla="*/ 2533650 w 6840854"/>
                    <a:gd name="csY1631" fmla="*/ 2638917 h 2638629"/>
                    <a:gd name="csX1632" fmla="*/ 2526802 w 6840854"/>
                    <a:gd name="csY1632" fmla="*/ 2638917 h 2638629"/>
                    <a:gd name="csX1633" fmla="*/ 2519955 w 6840854"/>
                    <a:gd name="csY1633" fmla="*/ 2638917 h 2638629"/>
                    <a:gd name="csX1634" fmla="*/ 2513107 w 6840854"/>
                    <a:gd name="csY1634" fmla="*/ 2638917 h 2638629"/>
                    <a:gd name="csX1635" fmla="*/ 2506259 w 6840854"/>
                    <a:gd name="csY1635" fmla="*/ 2638917 h 2638629"/>
                    <a:gd name="csX1636" fmla="*/ 2499412 w 6840854"/>
                    <a:gd name="csY1636" fmla="*/ 2638917 h 2638629"/>
                    <a:gd name="csX1637" fmla="*/ 2492564 w 6840854"/>
                    <a:gd name="csY1637" fmla="*/ 2638917 h 2638629"/>
                    <a:gd name="csX1638" fmla="*/ 2485716 w 6840854"/>
                    <a:gd name="csY1638" fmla="*/ 2638917 h 2638629"/>
                    <a:gd name="csX1639" fmla="*/ 2478869 w 6840854"/>
                    <a:gd name="csY1639" fmla="*/ 2638917 h 2638629"/>
                    <a:gd name="csX1640" fmla="*/ 2472021 w 6840854"/>
                    <a:gd name="csY1640" fmla="*/ 2638917 h 2638629"/>
                    <a:gd name="csX1641" fmla="*/ 2465173 w 6840854"/>
                    <a:gd name="csY1641" fmla="*/ 2638917 h 2638629"/>
                    <a:gd name="csX1642" fmla="*/ 2458325 w 6840854"/>
                    <a:gd name="csY1642" fmla="*/ 2638917 h 2638629"/>
                    <a:gd name="csX1643" fmla="*/ 2451478 w 6840854"/>
                    <a:gd name="csY1643" fmla="*/ 2638917 h 2638629"/>
                    <a:gd name="csX1644" fmla="*/ 2444630 w 6840854"/>
                    <a:gd name="csY1644" fmla="*/ 2638917 h 2638629"/>
                    <a:gd name="csX1645" fmla="*/ 2437782 w 6840854"/>
                    <a:gd name="csY1645" fmla="*/ 2638917 h 2638629"/>
                    <a:gd name="csX1646" fmla="*/ 2430935 w 6840854"/>
                    <a:gd name="csY1646" fmla="*/ 2638917 h 2638629"/>
                    <a:gd name="csX1647" fmla="*/ 2424087 w 6840854"/>
                    <a:gd name="csY1647" fmla="*/ 2638917 h 2638629"/>
                    <a:gd name="csX1648" fmla="*/ 2417239 w 6840854"/>
                    <a:gd name="csY1648" fmla="*/ 2638917 h 2638629"/>
                    <a:gd name="csX1649" fmla="*/ 2410392 w 6840854"/>
                    <a:gd name="csY1649" fmla="*/ 2638917 h 2638629"/>
                    <a:gd name="csX1650" fmla="*/ 2403544 w 6840854"/>
                    <a:gd name="csY1650" fmla="*/ 2638917 h 2638629"/>
                    <a:gd name="csX1651" fmla="*/ 2396696 w 6840854"/>
                    <a:gd name="csY1651" fmla="*/ 2638917 h 2638629"/>
                    <a:gd name="csX1652" fmla="*/ 2389848 w 6840854"/>
                    <a:gd name="csY1652" fmla="*/ 2638917 h 2638629"/>
                    <a:gd name="csX1653" fmla="*/ 2383001 w 6840854"/>
                    <a:gd name="csY1653" fmla="*/ 2638917 h 2638629"/>
                    <a:gd name="csX1654" fmla="*/ 2376153 w 6840854"/>
                    <a:gd name="csY1654" fmla="*/ 2638917 h 2638629"/>
                    <a:gd name="csX1655" fmla="*/ 2369305 w 6840854"/>
                    <a:gd name="csY1655" fmla="*/ 2638917 h 2638629"/>
                    <a:gd name="csX1656" fmla="*/ 2362458 w 6840854"/>
                    <a:gd name="csY1656" fmla="*/ 2638917 h 2638629"/>
                    <a:gd name="csX1657" fmla="*/ 2355610 w 6840854"/>
                    <a:gd name="csY1657" fmla="*/ 2638917 h 2638629"/>
                    <a:gd name="csX1658" fmla="*/ 2348762 w 6840854"/>
                    <a:gd name="csY1658" fmla="*/ 2638917 h 2638629"/>
                    <a:gd name="csX1659" fmla="*/ 2341915 w 6840854"/>
                    <a:gd name="csY1659" fmla="*/ 2638917 h 2638629"/>
                    <a:gd name="csX1660" fmla="*/ 2335067 w 6840854"/>
                    <a:gd name="csY1660" fmla="*/ 2638917 h 2638629"/>
                    <a:gd name="csX1661" fmla="*/ 2328219 w 6840854"/>
                    <a:gd name="csY1661" fmla="*/ 2638917 h 2638629"/>
                    <a:gd name="csX1662" fmla="*/ 2321371 w 6840854"/>
                    <a:gd name="csY1662" fmla="*/ 2638917 h 2638629"/>
                    <a:gd name="csX1663" fmla="*/ 2314524 w 6840854"/>
                    <a:gd name="csY1663" fmla="*/ 2638917 h 2638629"/>
                    <a:gd name="csX1664" fmla="*/ 2307676 w 6840854"/>
                    <a:gd name="csY1664" fmla="*/ 2638917 h 2638629"/>
                    <a:gd name="csX1665" fmla="*/ 2300828 w 6840854"/>
                    <a:gd name="csY1665" fmla="*/ 2638917 h 2638629"/>
                    <a:gd name="csX1666" fmla="*/ 2293981 w 6840854"/>
                    <a:gd name="csY1666" fmla="*/ 2638917 h 2638629"/>
                    <a:gd name="csX1667" fmla="*/ 2287133 w 6840854"/>
                    <a:gd name="csY1667" fmla="*/ 2638917 h 2638629"/>
                    <a:gd name="csX1668" fmla="*/ 2280285 w 6840854"/>
                    <a:gd name="csY1668" fmla="*/ 2638917 h 2638629"/>
                    <a:gd name="csX1669" fmla="*/ 2273437 w 6840854"/>
                    <a:gd name="csY1669" fmla="*/ 2638917 h 2638629"/>
                    <a:gd name="csX1670" fmla="*/ 2266590 w 6840854"/>
                    <a:gd name="csY1670" fmla="*/ 2638917 h 2638629"/>
                    <a:gd name="csX1671" fmla="*/ 2259742 w 6840854"/>
                    <a:gd name="csY1671" fmla="*/ 2638917 h 2638629"/>
                    <a:gd name="csX1672" fmla="*/ 2252894 w 6840854"/>
                    <a:gd name="csY1672" fmla="*/ 2638917 h 2638629"/>
                    <a:gd name="csX1673" fmla="*/ 2246047 w 6840854"/>
                    <a:gd name="csY1673" fmla="*/ 2638917 h 2638629"/>
                    <a:gd name="csX1674" fmla="*/ 2239199 w 6840854"/>
                    <a:gd name="csY1674" fmla="*/ 2638917 h 2638629"/>
                    <a:gd name="csX1675" fmla="*/ 2232351 w 6840854"/>
                    <a:gd name="csY1675" fmla="*/ 2638917 h 2638629"/>
                    <a:gd name="csX1676" fmla="*/ 2225504 w 6840854"/>
                    <a:gd name="csY1676" fmla="*/ 2638917 h 2638629"/>
                    <a:gd name="csX1677" fmla="*/ 2218656 w 6840854"/>
                    <a:gd name="csY1677" fmla="*/ 2638917 h 2638629"/>
                    <a:gd name="csX1678" fmla="*/ 2211808 w 6840854"/>
                    <a:gd name="csY1678" fmla="*/ 2638917 h 2638629"/>
                    <a:gd name="csX1679" fmla="*/ 2204960 w 6840854"/>
                    <a:gd name="csY1679" fmla="*/ 2638917 h 2638629"/>
                    <a:gd name="csX1680" fmla="*/ 2198113 w 6840854"/>
                    <a:gd name="csY1680" fmla="*/ 2638917 h 2638629"/>
                    <a:gd name="csX1681" fmla="*/ 2191265 w 6840854"/>
                    <a:gd name="csY1681" fmla="*/ 2638917 h 2638629"/>
                    <a:gd name="csX1682" fmla="*/ 2184417 w 6840854"/>
                    <a:gd name="csY1682" fmla="*/ 2638917 h 2638629"/>
                    <a:gd name="csX1683" fmla="*/ 2177569 w 6840854"/>
                    <a:gd name="csY1683" fmla="*/ 2638917 h 2638629"/>
                    <a:gd name="csX1684" fmla="*/ 2170722 w 6840854"/>
                    <a:gd name="csY1684" fmla="*/ 2638917 h 2638629"/>
                    <a:gd name="csX1685" fmla="*/ 2163874 w 6840854"/>
                    <a:gd name="csY1685" fmla="*/ 2638917 h 2638629"/>
                    <a:gd name="csX1686" fmla="*/ 2157027 w 6840854"/>
                    <a:gd name="csY1686" fmla="*/ 2638917 h 2638629"/>
                    <a:gd name="csX1687" fmla="*/ 2150179 w 6840854"/>
                    <a:gd name="csY1687" fmla="*/ 2638917 h 2638629"/>
                    <a:gd name="csX1688" fmla="*/ 2143331 w 6840854"/>
                    <a:gd name="csY1688" fmla="*/ 2638917 h 2638629"/>
                    <a:gd name="csX1689" fmla="*/ 2136483 w 6840854"/>
                    <a:gd name="csY1689" fmla="*/ 2638917 h 2638629"/>
                    <a:gd name="csX1690" fmla="*/ 2129636 w 6840854"/>
                    <a:gd name="csY1690" fmla="*/ 2638917 h 2638629"/>
                    <a:gd name="csX1691" fmla="*/ 2122788 w 6840854"/>
                    <a:gd name="csY1691" fmla="*/ 2638917 h 2638629"/>
                    <a:gd name="csX1692" fmla="*/ 2115940 w 6840854"/>
                    <a:gd name="csY1692" fmla="*/ 2638917 h 2638629"/>
                    <a:gd name="csX1693" fmla="*/ 2109092 w 6840854"/>
                    <a:gd name="csY1693" fmla="*/ 2638917 h 2638629"/>
                    <a:gd name="csX1694" fmla="*/ 2102245 w 6840854"/>
                    <a:gd name="csY1694" fmla="*/ 2638917 h 2638629"/>
                    <a:gd name="csX1695" fmla="*/ 2095397 w 6840854"/>
                    <a:gd name="csY1695" fmla="*/ 2638917 h 2638629"/>
                    <a:gd name="csX1696" fmla="*/ 2088549 w 6840854"/>
                    <a:gd name="csY1696" fmla="*/ 2638917 h 2638629"/>
                    <a:gd name="csX1697" fmla="*/ 2081702 w 6840854"/>
                    <a:gd name="csY1697" fmla="*/ 2638917 h 2638629"/>
                    <a:gd name="csX1698" fmla="*/ 2074854 w 6840854"/>
                    <a:gd name="csY1698" fmla="*/ 2638917 h 2638629"/>
                    <a:gd name="csX1699" fmla="*/ 2068006 w 6840854"/>
                    <a:gd name="csY1699" fmla="*/ 2638917 h 2638629"/>
                    <a:gd name="csX1700" fmla="*/ 2061159 w 6840854"/>
                    <a:gd name="csY1700" fmla="*/ 2638917 h 2638629"/>
                    <a:gd name="csX1701" fmla="*/ 2054311 w 6840854"/>
                    <a:gd name="csY1701" fmla="*/ 2638917 h 2638629"/>
                    <a:gd name="csX1702" fmla="*/ 2047463 w 6840854"/>
                    <a:gd name="csY1702" fmla="*/ 2638917 h 2638629"/>
                    <a:gd name="csX1703" fmla="*/ 2040615 w 6840854"/>
                    <a:gd name="csY1703" fmla="*/ 2638917 h 2638629"/>
                    <a:gd name="csX1704" fmla="*/ 2033768 w 6840854"/>
                    <a:gd name="csY1704" fmla="*/ 2638917 h 2638629"/>
                    <a:gd name="csX1705" fmla="*/ 2026920 w 6840854"/>
                    <a:gd name="csY1705" fmla="*/ 2638917 h 2638629"/>
                    <a:gd name="csX1706" fmla="*/ 2020072 w 6840854"/>
                    <a:gd name="csY1706" fmla="*/ 2638917 h 2638629"/>
                    <a:gd name="csX1707" fmla="*/ 2013225 w 6840854"/>
                    <a:gd name="csY1707" fmla="*/ 2638917 h 2638629"/>
                    <a:gd name="csX1708" fmla="*/ 2006377 w 6840854"/>
                    <a:gd name="csY1708" fmla="*/ 2638917 h 2638629"/>
                    <a:gd name="csX1709" fmla="*/ 1999529 w 6840854"/>
                    <a:gd name="csY1709" fmla="*/ 2638917 h 2638629"/>
                    <a:gd name="csX1710" fmla="*/ 1992681 w 6840854"/>
                    <a:gd name="csY1710" fmla="*/ 2638917 h 2638629"/>
                    <a:gd name="csX1711" fmla="*/ 1985834 w 6840854"/>
                    <a:gd name="csY1711" fmla="*/ 2638917 h 2638629"/>
                    <a:gd name="csX1712" fmla="*/ 1978986 w 6840854"/>
                    <a:gd name="csY1712" fmla="*/ 2638917 h 2638629"/>
                    <a:gd name="csX1713" fmla="*/ 1972138 w 6840854"/>
                    <a:gd name="csY1713" fmla="*/ 2638917 h 2638629"/>
                    <a:gd name="csX1714" fmla="*/ 1965291 w 6840854"/>
                    <a:gd name="csY1714" fmla="*/ 2638917 h 2638629"/>
                    <a:gd name="csX1715" fmla="*/ 1958443 w 6840854"/>
                    <a:gd name="csY1715" fmla="*/ 2638917 h 2638629"/>
                    <a:gd name="csX1716" fmla="*/ 1951595 w 6840854"/>
                    <a:gd name="csY1716" fmla="*/ 2638917 h 2638629"/>
                    <a:gd name="csX1717" fmla="*/ 1944748 w 6840854"/>
                    <a:gd name="csY1717" fmla="*/ 2638917 h 2638629"/>
                    <a:gd name="csX1718" fmla="*/ 1937900 w 6840854"/>
                    <a:gd name="csY1718" fmla="*/ 2638917 h 2638629"/>
                    <a:gd name="csX1719" fmla="*/ 1931052 w 6840854"/>
                    <a:gd name="csY1719" fmla="*/ 2638917 h 2638629"/>
                    <a:gd name="csX1720" fmla="*/ 1924204 w 6840854"/>
                    <a:gd name="csY1720" fmla="*/ 2638917 h 2638629"/>
                    <a:gd name="csX1721" fmla="*/ 1917357 w 6840854"/>
                    <a:gd name="csY1721" fmla="*/ 2638917 h 2638629"/>
                    <a:gd name="csX1722" fmla="*/ 1910509 w 6840854"/>
                    <a:gd name="csY1722" fmla="*/ 2638917 h 2638629"/>
                    <a:gd name="csX1723" fmla="*/ 1903661 w 6840854"/>
                    <a:gd name="csY1723" fmla="*/ 2638917 h 2638629"/>
                    <a:gd name="csX1724" fmla="*/ 1896814 w 6840854"/>
                    <a:gd name="csY1724" fmla="*/ 2638917 h 2638629"/>
                    <a:gd name="csX1725" fmla="*/ 1889966 w 6840854"/>
                    <a:gd name="csY1725" fmla="*/ 2638917 h 2638629"/>
                    <a:gd name="csX1726" fmla="*/ 1883118 w 6840854"/>
                    <a:gd name="csY1726" fmla="*/ 2638917 h 2638629"/>
                    <a:gd name="csX1727" fmla="*/ 1876271 w 6840854"/>
                    <a:gd name="csY1727" fmla="*/ 2638917 h 2638629"/>
                    <a:gd name="csX1728" fmla="*/ 1869423 w 6840854"/>
                    <a:gd name="csY1728" fmla="*/ 2638917 h 2638629"/>
                    <a:gd name="csX1729" fmla="*/ 1862575 w 6840854"/>
                    <a:gd name="csY1729" fmla="*/ 2638917 h 2638629"/>
                    <a:gd name="csX1730" fmla="*/ 1855727 w 6840854"/>
                    <a:gd name="csY1730" fmla="*/ 2638917 h 2638629"/>
                    <a:gd name="csX1731" fmla="*/ 1848880 w 6840854"/>
                    <a:gd name="csY1731" fmla="*/ 2638917 h 2638629"/>
                    <a:gd name="csX1732" fmla="*/ 1842032 w 6840854"/>
                    <a:gd name="csY1732" fmla="*/ 2638917 h 2638629"/>
                    <a:gd name="csX1733" fmla="*/ 1835184 w 6840854"/>
                    <a:gd name="csY1733" fmla="*/ 2638917 h 2638629"/>
                    <a:gd name="csX1734" fmla="*/ 1828337 w 6840854"/>
                    <a:gd name="csY1734" fmla="*/ 2638917 h 2638629"/>
                    <a:gd name="csX1735" fmla="*/ 1821489 w 6840854"/>
                    <a:gd name="csY1735" fmla="*/ 2638917 h 2638629"/>
                    <a:gd name="csX1736" fmla="*/ 1814641 w 6840854"/>
                    <a:gd name="csY1736" fmla="*/ 2638917 h 2638629"/>
                    <a:gd name="csX1737" fmla="*/ 1807794 w 6840854"/>
                    <a:gd name="csY1737" fmla="*/ 2638917 h 2638629"/>
                    <a:gd name="csX1738" fmla="*/ 1800946 w 6840854"/>
                    <a:gd name="csY1738" fmla="*/ 2638917 h 2638629"/>
                    <a:gd name="csX1739" fmla="*/ 1794098 w 6840854"/>
                    <a:gd name="csY1739" fmla="*/ 2638917 h 2638629"/>
                    <a:gd name="csX1740" fmla="*/ 1787250 w 6840854"/>
                    <a:gd name="csY1740" fmla="*/ 2638917 h 2638629"/>
                    <a:gd name="csX1741" fmla="*/ 1780403 w 6840854"/>
                    <a:gd name="csY1741" fmla="*/ 2638917 h 2638629"/>
                    <a:gd name="csX1742" fmla="*/ 1773555 w 6840854"/>
                    <a:gd name="csY1742" fmla="*/ 2638917 h 2638629"/>
                    <a:gd name="csX1743" fmla="*/ 1766707 w 6840854"/>
                    <a:gd name="csY1743" fmla="*/ 2638917 h 2638629"/>
                    <a:gd name="csX1744" fmla="*/ 1759860 w 6840854"/>
                    <a:gd name="csY1744" fmla="*/ 2638917 h 2638629"/>
                    <a:gd name="csX1745" fmla="*/ 1753012 w 6840854"/>
                    <a:gd name="csY1745" fmla="*/ 2638917 h 2638629"/>
                    <a:gd name="csX1746" fmla="*/ 1746164 w 6840854"/>
                    <a:gd name="csY1746" fmla="*/ 2638917 h 2638629"/>
                    <a:gd name="csX1747" fmla="*/ 1739317 w 6840854"/>
                    <a:gd name="csY1747" fmla="*/ 2638917 h 2638629"/>
                    <a:gd name="csX1748" fmla="*/ 1732469 w 6840854"/>
                    <a:gd name="csY1748" fmla="*/ 2638917 h 2638629"/>
                    <a:gd name="csX1749" fmla="*/ 1725621 w 6840854"/>
                    <a:gd name="csY1749" fmla="*/ 2638917 h 2638629"/>
                    <a:gd name="csX1750" fmla="*/ 1718773 w 6840854"/>
                    <a:gd name="csY1750" fmla="*/ 2638917 h 2638629"/>
                    <a:gd name="csX1751" fmla="*/ 1711926 w 6840854"/>
                    <a:gd name="csY1751" fmla="*/ 2638917 h 2638629"/>
                    <a:gd name="csX1752" fmla="*/ 1705078 w 6840854"/>
                    <a:gd name="csY1752" fmla="*/ 2638917 h 2638629"/>
                    <a:gd name="csX1753" fmla="*/ 1698230 w 6840854"/>
                    <a:gd name="csY1753" fmla="*/ 2638917 h 2638629"/>
                    <a:gd name="csX1754" fmla="*/ 1691383 w 6840854"/>
                    <a:gd name="csY1754" fmla="*/ 2638917 h 2638629"/>
                    <a:gd name="csX1755" fmla="*/ 1684535 w 6840854"/>
                    <a:gd name="csY1755" fmla="*/ 2638917 h 2638629"/>
                    <a:gd name="csX1756" fmla="*/ 1677687 w 6840854"/>
                    <a:gd name="csY1756" fmla="*/ 2638917 h 2638629"/>
                    <a:gd name="csX1757" fmla="*/ 1670840 w 6840854"/>
                    <a:gd name="csY1757" fmla="*/ 2638917 h 2638629"/>
                    <a:gd name="csX1758" fmla="*/ 1663992 w 6840854"/>
                    <a:gd name="csY1758" fmla="*/ 2638917 h 2638629"/>
                    <a:gd name="csX1759" fmla="*/ 1657144 w 6840854"/>
                    <a:gd name="csY1759" fmla="*/ 2638917 h 2638629"/>
                    <a:gd name="csX1760" fmla="*/ 1650296 w 6840854"/>
                    <a:gd name="csY1760" fmla="*/ 2638917 h 2638629"/>
                    <a:gd name="csX1761" fmla="*/ 1643449 w 6840854"/>
                    <a:gd name="csY1761" fmla="*/ 2638917 h 2638629"/>
                    <a:gd name="csX1762" fmla="*/ 1636601 w 6840854"/>
                    <a:gd name="csY1762" fmla="*/ 2638917 h 2638629"/>
                    <a:gd name="csX1763" fmla="*/ 1629753 w 6840854"/>
                    <a:gd name="csY1763" fmla="*/ 2638917 h 2638629"/>
                    <a:gd name="csX1764" fmla="*/ 1622906 w 6840854"/>
                    <a:gd name="csY1764" fmla="*/ 2638917 h 2638629"/>
                    <a:gd name="csX1765" fmla="*/ 1616058 w 6840854"/>
                    <a:gd name="csY1765" fmla="*/ 2638917 h 2638629"/>
                    <a:gd name="csX1766" fmla="*/ 1609210 w 6840854"/>
                    <a:gd name="csY1766" fmla="*/ 2638917 h 2638629"/>
                    <a:gd name="csX1767" fmla="*/ 1602362 w 6840854"/>
                    <a:gd name="csY1767" fmla="*/ 2638917 h 2638629"/>
                    <a:gd name="csX1768" fmla="*/ 1595515 w 6840854"/>
                    <a:gd name="csY1768" fmla="*/ 2638917 h 2638629"/>
                    <a:gd name="csX1769" fmla="*/ 1588667 w 6840854"/>
                    <a:gd name="csY1769" fmla="*/ 2638917 h 2638629"/>
                    <a:gd name="csX1770" fmla="*/ 1581819 w 6840854"/>
                    <a:gd name="csY1770" fmla="*/ 2638917 h 2638629"/>
                    <a:gd name="csX1771" fmla="*/ 1574972 w 6840854"/>
                    <a:gd name="csY1771" fmla="*/ 2638917 h 2638629"/>
                    <a:gd name="csX1772" fmla="*/ 1568124 w 6840854"/>
                    <a:gd name="csY1772" fmla="*/ 2638917 h 2638629"/>
                    <a:gd name="csX1773" fmla="*/ 1561276 w 6840854"/>
                    <a:gd name="csY1773" fmla="*/ 2638917 h 2638629"/>
                    <a:gd name="csX1774" fmla="*/ 1554429 w 6840854"/>
                    <a:gd name="csY1774" fmla="*/ 2638917 h 2638629"/>
                    <a:gd name="csX1775" fmla="*/ 1547581 w 6840854"/>
                    <a:gd name="csY1775" fmla="*/ 2638917 h 2638629"/>
                    <a:gd name="csX1776" fmla="*/ 1540733 w 6840854"/>
                    <a:gd name="csY1776" fmla="*/ 2638917 h 2638629"/>
                    <a:gd name="csX1777" fmla="*/ 1533885 w 6840854"/>
                    <a:gd name="csY1777" fmla="*/ 2638917 h 2638629"/>
                    <a:gd name="csX1778" fmla="*/ 1527038 w 6840854"/>
                    <a:gd name="csY1778" fmla="*/ 2638917 h 2638629"/>
                    <a:gd name="csX1779" fmla="*/ 1520190 w 6840854"/>
                    <a:gd name="csY1779" fmla="*/ 2638917 h 2638629"/>
                    <a:gd name="csX1780" fmla="*/ 1513342 w 6840854"/>
                    <a:gd name="csY1780" fmla="*/ 2638917 h 2638629"/>
                    <a:gd name="csX1781" fmla="*/ 1506495 w 6840854"/>
                    <a:gd name="csY1781" fmla="*/ 2638917 h 2638629"/>
                    <a:gd name="csX1782" fmla="*/ 1499647 w 6840854"/>
                    <a:gd name="csY1782" fmla="*/ 2638917 h 2638629"/>
                    <a:gd name="csX1783" fmla="*/ 1492799 w 6840854"/>
                    <a:gd name="csY1783" fmla="*/ 2638917 h 2638629"/>
                    <a:gd name="csX1784" fmla="*/ 1485952 w 6840854"/>
                    <a:gd name="csY1784" fmla="*/ 2638917 h 2638629"/>
                    <a:gd name="csX1785" fmla="*/ 1479104 w 6840854"/>
                    <a:gd name="csY1785" fmla="*/ 2638917 h 2638629"/>
                    <a:gd name="csX1786" fmla="*/ 1472256 w 6840854"/>
                    <a:gd name="csY1786" fmla="*/ 2638917 h 2638629"/>
                    <a:gd name="csX1787" fmla="*/ 1465408 w 6840854"/>
                    <a:gd name="csY1787" fmla="*/ 2638917 h 2638629"/>
                    <a:gd name="csX1788" fmla="*/ 1458561 w 6840854"/>
                    <a:gd name="csY1788" fmla="*/ 2638917 h 2638629"/>
                    <a:gd name="csX1789" fmla="*/ 1451713 w 6840854"/>
                    <a:gd name="csY1789" fmla="*/ 2638917 h 2638629"/>
                    <a:gd name="csX1790" fmla="*/ 1444865 w 6840854"/>
                    <a:gd name="csY1790" fmla="*/ 2638917 h 2638629"/>
                    <a:gd name="csX1791" fmla="*/ 1438018 w 6840854"/>
                    <a:gd name="csY1791" fmla="*/ 2638917 h 2638629"/>
                    <a:gd name="csX1792" fmla="*/ 1431170 w 6840854"/>
                    <a:gd name="csY1792" fmla="*/ 2638917 h 2638629"/>
                    <a:gd name="csX1793" fmla="*/ 1424322 w 6840854"/>
                    <a:gd name="csY1793" fmla="*/ 2638917 h 2638629"/>
                    <a:gd name="csX1794" fmla="*/ 1417475 w 6840854"/>
                    <a:gd name="csY1794" fmla="*/ 2638917 h 2638629"/>
                    <a:gd name="csX1795" fmla="*/ 1410627 w 6840854"/>
                    <a:gd name="csY1795" fmla="*/ 2638917 h 2638629"/>
                    <a:gd name="csX1796" fmla="*/ 1403779 w 6840854"/>
                    <a:gd name="csY1796" fmla="*/ 2638917 h 2638629"/>
                    <a:gd name="csX1797" fmla="*/ 1396931 w 6840854"/>
                    <a:gd name="csY1797" fmla="*/ 2638917 h 2638629"/>
                    <a:gd name="csX1798" fmla="*/ 1390084 w 6840854"/>
                    <a:gd name="csY1798" fmla="*/ 2638917 h 2638629"/>
                    <a:gd name="csX1799" fmla="*/ 1383236 w 6840854"/>
                    <a:gd name="csY1799" fmla="*/ 2638917 h 2638629"/>
                    <a:gd name="csX1800" fmla="*/ 1376388 w 6840854"/>
                    <a:gd name="csY1800" fmla="*/ 2638917 h 2638629"/>
                    <a:gd name="csX1801" fmla="*/ 1369541 w 6840854"/>
                    <a:gd name="csY1801" fmla="*/ 2638917 h 2638629"/>
                    <a:gd name="csX1802" fmla="*/ 1362693 w 6840854"/>
                    <a:gd name="csY1802" fmla="*/ 2638917 h 2638629"/>
                    <a:gd name="csX1803" fmla="*/ 1355845 w 6840854"/>
                    <a:gd name="csY1803" fmla="*/ 2638917 h 2638629"/>
                    <a:gd name="csX1804" fmla="*/ 1348998 w 6840854"/>
                    <a:gd name="csY1804" fmla="*/ 2638917 h 2638629"/>
                    <a:gd name="csX1805" fmla="*/ 1342150 w 6840854"/>
                    <a:gd name="csY1805" fmla="*/ 2638917 h 2638629"/>
                    <a:gd name="csX1806" fmla="*/ 1335302 w 6840854"/>
                    <a:gd name="csY1806" fmla="*/ 2638917 h 2638629"/>
                    <a:gd name="csX1807" fmla="*/ 1328454 w 6840854"/>
                    <a:gd name="csY1807" fmla="*/ 2638917 h 2638629"/>
                    <a:gd name="csX1808" fmla="*/ 1321607 w 6840854"/>
                    <a:gd name="csY1808" fmla="*/ 2638917 h 2638629"/>
                    <a:gd name="csX1809" fmla="*/ 1314759 w 6840854"/>
                    <a:gd name="csY1809" fmla="*/ 2638917 h 2638629"/>
                    <a:gd name="csX1810" fmla="*/ 1307911 w 6840854"/>
                    <a:gd name="csY1810" fmla="*/ 2638917 h 2638629"/>
                    <a:gd name="csX1811" fmla="*/ 1301064 w 6840854"/>
                    <a:gd name="csY1811" fmla="*/ 2638917 h 2638629"/>
                    <a:gd name="csX1812" fmla="*/ 1294216 w 6840854"/>
                    <a:gd name="csY1812" fmla="*/ 2638917 h 2638629"/>
                    <a:gd name="csX1813" fmla="*/ 1287368 w 6840854"/>
                    <a:gd name="csY1813" fmla="*/ 2638917 h 2638629"/>
                    <a:gd name="csX1814" fmla="*/ 1280521 w 6840854"/>
                    <a:gd name="csY1814" fmla="*/ 2638917 h 2638629"/>
                    <a:gd name="csX1815" fmla="*/ 1273673 w 6840854"/>
                    <a:gd name="csY1815" fmla="*/ 2638917 h 2638629"/>
                    <a:gd name="csX1816" fmla="*/ 1266825 w 6840854"/>
                    <a:gd name="csY1816" fmla="*/ 2638917 h 2638629"/>
                    <a:gd name="csX1817" fmla="*/ 1259977 w 6840854"/>
                    <a:gd name="csY1817" fmla="*/ 2638917 h 2638629"/>
                    <a:gd name="csX1818" fmla="*/ 1253130 w 6840854"/>
                    <a:gd name="csY1818" fmla="*/ 2638917 h 2638629"/>
                    <a:gd name="csX1819" fmla="*/ 1246282 w 6840854"/>
                    <a:gd name="csY1819" fmla="*/ 2638917 h 2638629"/>
                    <a:gd name="csX1820" fmla="*/ 1239434 w 6840854"/>
                    <a:gd name="csY1820" fmla="*/ 2638917 h 2638629"/>
                    <a:gd name="csX1821" fmla="*/ 1232587 w 6840854"/>
                    <a:gd name="csY1821" fmla="*/ 2638917 h 2638629"/>
                    <a:gd name="csX1822" fmla="*/ 1225739 w 6840854"/>
                    <a:gd name="csY1822" fmla="*/ 2638917 h 2638629"/>
                    <a:gd name="csX1823" fmla="*/ 1218891 w 6840854"/>
                    <a:gd name="csY1823" fmla="*/ 2638917 h 2638629"/>
                    <a:gd name="csX1824" fmla="*/ 1212043 w 6840854"/>
                    <a:gd name="csY1824" fmla="*/ 2638917 h 2638629"/>
                    <a:gd name="csX1825" fmla="*/ 1205196 w 6840854"/>
                    <a:gd name="csY1825" fmla="*/ 2638917 h 2638629"/>
                    <a:gd name="csX1826" fmla="*/ 1198348 w 6840854"/>
                    <a:gd name="csY1826" fmla="*/ 2638917 h 2638629"/>
                    <a:gd name="csX1827" fmla="*/ 1191500 w 6840854"/>
                    <a:gd name="csY1827" fmla="*/ 2638917 h 2638629"/>
                    <a:gd name="csX1828" fmla="*/ 1184653 w 6840854"/>
                    <a:gd name="csY1828" fmla="*/ 2638917 h 2638629"/>
                    <a:gd name="csX1829" fmla="*/ 1177805 w 6840854"/>
                    <a:gd name="csY1829" fmla="*/ 2638917 h 2638629"/>
                    <a:gd name="csX1830" fmla="*/ 1170957 w 6840854"/>
                    <a:gd name="csY1830" fmla="*/ 2638917 h 2638629"/>
                    <a:gd name="csX1831" fmla="*/ 1164109 w 6840854"/>
                    <a:gd name="csY1831" fmla="*/ 2638917 h 2638629"/>
                    <a:gd name="csX1832" fmla="*/ 1157262 w 6840854"/>
                    <a:gd name="csY1832" fmla="*/ 2638917 h 2638629"/>
                    <a:gd name="csX1833" fmla="*/ 1150414 w 6840854"/>
                    <a:gd name="csY1833" fmla="*/ 2638917 h 2638629"/>
                    <a:gd name="csX1834" fmla="*/ 1143566 w 6840854"/>
                    <a:gd name="csY1834" fmla="*/ 2638917 h 2638629"/>
                    <a:gd name="csX1835" fmla="*/ 1136719 w 6840854"/>
                    <a:gd name="csY1835" fmla="*/ 2638917 h 2638629"/>
                    <a:gd name="csX1836" fmla="*/ 1129871 w 6840854"/>
                    <a:gd name="csY1836" fmla="*/ 2638917 h 2638629"/>
                    <a:gd name="csX1837" fmla="*/ 1123023 w 6840854"/>
                    <a:gd name="csY1837" fmla="*/ 2638917 h 2638629"/>
                    <a:gd name="csX1838" fmla="*/ 1116176 w 6840854"/>
                    <a:gd name="csY1838" fmla="*/ 2638917 h 2638629"/>
                    <a:gd name="csX1839" fmla="*/ 1109328 w 6840854"/>
                    <a:gd name="csY1839" fmla="*/ 2638917 h 2638629"/>
                    <a:gd name="csX1840" fmla="*/ 1102480 w 6840854"/>
                    <a:gd name="csY1840" fmla="*/ 2638917 h 2638629"/>
                    <a:gd name="csX1841" fmla="*/ 1095632 w 6840854"/>
                    <a:gd name="csY1841" fmla="*/ 2638917 h 2638629"/>
                    <a:gd name="csX1842" fmla="*/ 1088785 w 6840854"/>
                    <a:gd name="csY1842" fmla="*/ 2638917 h 2638629"/>
                    <a:gd name="csX1843" fmla="*/ 1081937 w 6840854"/>
                    <a:gd name="csY1843" fmla="*/ 2638917 h 2638629"/>
                    <a:gd name="csX1844" fmla="*/ 1075089 w 6840854"/>
                    <a:gd name="csY1844" fmla="*/ 2638917 h 2638629"/>
                    <a:gd name="csX1845" fmla="*/ 1068242 w 6840854"/>
                    <a:gd name="csY1845" fmla="*/ 2638917 h 2638629"/>
                    <a:gd name="csX1846" fmla="*/ 1061394 w 6840854"/>
                    <a:gd name="csY1846" fmla="*/ 2638917 h 2638629"/>
                    <a:gd name="csX1847" fmla="*/ 1054546 w 6840854"/>
                    <a:gd name="csY1847" fmla="*/ 2638917 h 2638629"/>
                    <a:gd name="csX1848" fmla="*/ 1047699 w 6840854"/>
                    <a:gd name="csY1848" fmla="*/ 2638917 h 2638629"/>
                    <a:gd name="csX1849" fmla="*/ 1040851 w 6840854"/>
                    <a:gd name="csY1849" fmla="*/ 2638917 h 2638629"/>
                    <a:gd name="csX1850" fmla="*/ 1034003 w 6840854"/>
                    <a:gd name="csY1850" fmla="*/ 2638917 h 2638629"/>
                    <a:gd name="csX1851" fmla="*/ 1027155 w 6840854"/>
                    <a:gd name="csY1851" fmla="*/ 2638917 h 2638629"/>
                    <a:gd name="csX1852" fmla="*/ 1020308 w 6840854"/>
                    <a:gd name="csY1852" fmla="*/ 2638917 h 2638629"/>
                    <a:gd name="csX1853" fmla="*/ 1013460 w 6840854"/>
                    <a:gd name="csY1853" fmla="*/ 2638917 h 2638629"/>
                    <a:gd name="csX1854" fmla="*/ 1006612 w 6840854"/>
                    <a:gd name="csY1854" fmla="*/ 2638917 h 2638629"/>
                    <a:gd name="csX1855" fmla="*/ 999765 w 6840854"/>
                    <a:gd name="csY1855" fmla="*/ 2638917 h 2638629"/>
                    <a:gd name="csX1856" fmla="*/ 992917 w 6840854"/>
                    <a:gd name="csY1856" fmla="*/ 2638917 h 2638629"/>
                    <a:gd name="csX1857" fmla="*/ 986069 w 6840854"/>
                    <a:gd name="csY1857" fmla="*/ 2638917 h 2638629"/>
                    <a:gd name="csX1858" fmla="*/ 979222 w 6840854"/>
                    <a:gd name="csY1858" fmla="*/ 2638917 h 2638629"/>
                    <a:gd name="csX1859" fmla="*/ 972374 w 6840854"/>
                    <a:gd name="csY1859" fmla="*/ 2638917 h 2638629"/>
                    <a:gd name="csX1860" fmla="*/ 965526 w 6840854"/>
                    <a:gd name="csY1860" fmla="*/ 2638917 h 2638629"/>
                    <a:gd name="csX1861" fmla="*/ 958678 w 6840854"/>
                    <a:gd name="csY1861" fmla="*/ 2638917 h 2638629"/>
                    <a:gd name="csX1862" fmla="*/ 951831 w 6840854"/>
                    <a:gd name="csY1862" fmla="*/ 2638917 h 2638629"/>
                    <a:gd name="csX1863" fmla="*/ 944983 w 6840854"/>
                    <a:gd name="csY1863" fmla="*/ 2638917 h 2638629"/>
                    <a:gd name="csX1864" fmla="*/ 938135 w 6840854"/>
                    <a:gd name="csY1864" fmla="*/ 2638917 h 2638629"/>
                    <a:gd name="csX1865" fmla="*/ 931288 w 6840854"/>
                    <a:gd name="csY1865" fmla="*/ 2638917 h 2638629"/>
                    <a:gd name="csX1866" fmla="*/ 924440 w 6840854"/>
                    <a:gd name="csY1866" fmla="*/ 2638917 h 2638629"/>
                    <a:gd name="csX1867" fmla="*/ 917592 w 6840854"/>
                    <a:gd name="csY1867" fmla="*/ 2638917 h 2638629"/>
                    <a:gd name="csX1868" fmla="*/ 910745 w 6840854"/>
                    <a:gd name="csY1868" fmla="*/ 2638917 h 2638629"/>
                    <a:gd name="csX1869" fmla="*/ 903897 w 6840854"/>
                    <a:gd name="csY1869" fmla="*/ 2638917 h 2638629"/>
                    <a:gd name="csX1870" fmla="*/ 897049 w 6840854"/>
                    <a:gd name="csY1870" fmla="*/ 2638917 h 2638629"/>
                    <a:gd name="csX1871" fmla="*/ 890201 w 6840854"/>
                    <a:gd name="csY1871" fmla="*/ 2638917 h 2638629"/>
                    <a:gd name="csX1872" fmla="*/ 883354 w 6840854"/>
                    <a:gd name="csY1872" fmla="*/ 2638917 h 2638629"/>
                    <a:gd name="csX1873" fmla="*/ 876506 w 6840854"/>
                    <a:gd name="csY1873" fmla="*/ 2638917 h 2638629"/>
                    <a:gd name="csX1874" fmla="*/ 869658 w 6840854"/>
                    <a:gd name="csY1874" fmla="*/ 2638917 h 2638629"/>
                    <a:gd name="csX1875" fmla="*/ 862811 w 6840854"/>
                    <a:gd name="csY1875" fmla="*/ 2638917 h 2638629"/>
                    <a:gd name="csX1876" fmla="*/ 855963 w 6840854"/>
                    <a:gd name="csY1876" fmla="*/ 2638917 h 2638629"/>
                    <a:gd name="csX1877" fmla="*/ 849115 w 6840854"/>
                    <a:gd name="csY1877" fmla="*/ 2638917 h 2638629"/>
                    <a:gd name="csX1878" fmla="*/ 842267 w 6840854"/>
                    <a:gd name="csY1878" fmla="*/ 2638917 h 2638629"/>
                    <a:gd name="csX1879" fmla="*/ 835420 w 6840854"/>
                    <a:gd name="csY1879" fmla="*/ 2638917 h 2638629"/>
                    <a:gd name="csX1880" fmla="*/ 828572 w 6840854"/>
                    <a:gd name="csY1880" fmla="*/ 2638917 h 2638629"/>
                    <a:gd name="csX1881" fmla="*/ 821724 w 6840854"/>
                    <a:gd name="csY1881" fmla="*/ 2638917 h 2638629"/>
                    <a:gd name="csX1882" fmla="*/ 814877 w 6840854"/>
                    <a:gd name="csY1882" fmla="*/ 2638917 h 2638629"/>
                    <a:gd name="csX1883" fmla="*/ 808029 w 6840854"/>
                    <a:gd name="csY1883" fmla="*/ 2638917 h 2638629"/>
                    <a:gd name="csX1884" fmla="*/ 801181 w 6840854"/>
                    <a:gd name="csY1884" fmla="*/ 2638917 h 2638629"/>
                    <a:gd name="csX1885" fmla="*/ 794334 w 6840854"/>
                    <a:gd name="csY1885" fmla="*/ 2638917 h 2638629"/>
                    <a:gd name="csX1886" fmla="*/ 787486 w 6840854"/>
                    <a:gd name="csY1886" fmla="*/ 2638917 h 2638629"/>
                    <a:gd name="csX1887" fmla="*/ 780638 w 6840854"/>
                    <a:gd name="csY1887" fmla="*/ 2638917 h 2638629"/>
                    <a:gd name="csX1888" fmla="*/ 773790 w 6840854"/>
                    <a:gd name="csY1888" fmla="*/ 2638917 h 2638629"/>
                    <a:gd name="csX1889" fmla="*/ 766943 w 6840854"/>
                    <a:gd name="csY1889" fmla="*/ 2638917 h 2638629"/>
                    <a:gd name="csX1890" fmla="*/ 760095 w 6840854"/>
                    <a:gd name="csY1890" fmla="*/ 2638917 h 2638629"/>
                    <a:gd name="csX1891" fmla="*/ 753247 w 6840854"/>
                    <a:gd name="csY1891" fmla="*/ 2638917 h 2638629"/>
                    <a:gd name="csX1892" fmla="*/ 746400 w 6840854"/>
                    <a:gd name="csY1892" fmla="*/ 2638917 h 2638629"/>
                    <a:gd name="csX1893" fmla="*/ 739552 w 6840854"/>
                    <a:gd name="csY1893" fmla="*/ 2638917 h 2638629"/>
                    <a:gd name="csX1894" fmla="*/ 732704 w 6840854"/>
                    <a:gd name="csY1894" fmla="*/ 2638917 h 2638629"/>
                    <a:gd name="csX1895" fmla="*/ 725857 w 6840854"/>
                    <a:gd name="csY1895" fmla="*/ 2638917 h 2638629"/>
                    <a:gd name="csX1896" fmla="*/ 719009 w 6840854"/>
                    <a:gd name="csY1896" fmla="*/ 2638917 h 2638629"/>
                    <a:gd name="csX1897" fmla="*/ 712161 w 6840854"/>
                    <a:gd name="csY1897" fmla="*/ 2638917 h 2638629"/>
                    <a:gd name="csX1898" fmla="*/ 705313 w 6840854"/>
                    <a:gd name="csY1898" fmla="*/ 2638917 h 2638629"/>
                    <a:gd name="csX1899" fmla="*/ 698466 w 6840854"/>
                    <a:gd name="csY1899" fmla="*/ 2638917 h 2638629"/>
                    <a:gd name="csX1900" fmla="*/ 691618 w 6840854"/>
                    <a:gd name="csY1900" fmla="*/ 2638917 h 2638629"/>
                    <a:gd name="csX1901" fmla="*/ 684770 w 6840854"/>
                    <a:gd name="csY1901" fmla="*/ 2638917 h 2638629"/>
                    <a:gd name="csX1902" fmla="*/ 677923 w 6840854"/>
                    <a:gd name="csY1902" fmla="*/ 2638917 h 2638629"/>
                    <a:gd name="csX1903" fmla="*/ 671075 w 6840854"/>
                    <a:gd name="csY1903" fmla="*/ 2638917 h 2638629"/>
                    <a:gd name="csX1904" fmla="*/ 664227 w 6840854"/>
                    <a:gd name="csY1904" fmla="*/ 2638917 h 2638629"/>
                    <a:gd name="csX1905" fmla="*/ 657379 w 6840854"/>
                    <a:gd name="csY1905" fmla="*/ 2638917 h 2638629"/>
                    <a:gd name="csX1906" fmla="*/ 650532 w 6840854"/>
                    <a:gd name="csY1906" fmla="*/ 2638917 h 2638629"/>
                    <a:gd name="csX1907" fmla="*/ 643684 w 6840854"/>
                    <a:gd name="csY1907" fmla="*/ 2638917 h 2638629"/>
                    <a:gd name="csX1908" fmla="*/ 636836 w 6840854"/>
                    <a:gd name="csY1908" fmla="*/ 2638917 h 2638629"/>
                    <a:gd name="csX1909" fmla="*/ 629989 w 6840854"/>
                    <a:gd name="csY1909" fmla="*/ 2638917 h 2638629"/>
                    <a:gd name="csX1910" fmla="*/ 623141 w 6840854"/>
                    <a:gd name="csY1910" fmla="*/ 2638917 h 2638629"/>
                    <a:gd name="csX1911" fmla="*/ 616293 w 6840854"/>
                    <a:gd name="csY1911" fmla="*/ 2638917 h 2638629"/>
                    <a:gd name="csX1912" fmla="*/ 609446 w 6840854"/>
                    <a:gd name="csY1912" fmla="*/ 2638917 h 2638629"/>
                    <a:gd name="csX1913" fmla="*/ 602598 w 6840854"/>
                    <a:gd name="csY1913" fmla="*/ 2638917 h 2638629"/>
                    <a:gd name="csX1914" fmla="*/ 595750 w 6840854"/>
                    <a:gd name="csY1914" fmla="*/ 2638917 h 2638629"/>
                    <a:gd name="csX1915" fmla="*/ 588902 w 6840854"/>
                    <a:gd name="csY1915" fmla="*/ 2638917 h 2638629"/>
                    <a:gd name="csX1916" fmla="*/ 582055 w 6840854"/>
                    <a:gd name="csY1916" fmla="*/ 2638917 h 2638629"/>
                    <a:gd name="csX1917" fmla="*/ 575207 w 6840854"/>
                    <a:gd name="csY1917" fmla="*/ 2638917 h 2638629"/>
                    <a:gd name="csX1918" fmla="*/ 568359 w 6840854"/>
                    <a:gd name="csY1918" fmla="*/ 2638917 h 2638629"/>
                    <a:gd name="csX1919" fmla="*/ 561512 w 6840854"/>
                    <a:gd name="csY1919" fmla="*/ 2638917 h 2638629"/>
                    <a:gd name="csX1920" fmla="*/ 554664 w 6840854"/>
                    <a:gd name="csY1920" fmla="*/ 2638917 h 2638629"/>
                    <a:gd name="csX1921" fmla="*/ 547816 w 6840854"/>
                    <a:gd name="csY1921" fmla="*/ 2638917 h 2638629"/>
                    <a:gd name="csX1922" fmla="*/ 540969 w 6840854"/>
                    <a:gd name="csY1922" fmla="*/ 2638917 h 2638629"/>
                    <a:gd name="csX1923" fmla="*/ 534121 w 6840854"/>
                    <a:gd name="csY1923" fmla="*/ 2638917 h 2638629"/>
                    <a:gd name="csX1924" fmla="*/ 527273 w 6840854"/>
                    <a:gd name="csY1924" fmla="*/ 2638917 h 2638629"/>
                    <a:gd name="csX1925" fmla="*/ 520425 w 6840854"/>
                    <a:gd name="csY1925" fmla="*/ 2638917 h 2638629"/>
                    <a:gd name="csX1926" fmla="*/ 513578 w 6840854"/>
                    <a:gd name="csY1926" fmla="*/ 2638917 h 2638629"/>
                    <a:gd name="csX1927" fmla="*/ 506730 w 6840854"/>
                    <a:gd name="csY1927" fmla="*/ 2638917 h 2638629"/>
                    <a:gd name="csX1928" fmla="*/ 499882 w 6840854"/>
                    <a:gd name="csY1928" fmla="*/ 2638917 h 2638629"/>
                    <a:gd name="csX1929" fmla="*/ 493035 w 6840854"/>
                    <a:gd name="csY1929" fmla="*/ 2638917 h 2638629"/>
                    <a:gd name="csX1930" fmla="*/ 486187 w 6840854"/>
                    <a:gd name="csY1930" fmla="*/ 2638917 h 2638629"/>
                    <a:gd name="csX1931" fmla="*/ 479339 w 6840854"/>
                    <a:gd name="csY1931" fmla="*/ 2638917 h 2638629"/>
                    <a:gd name="csX1932" fmla="*/ 472491 w 6840854"/>
                    <a:gd name="csY1932" fmla="*/ 2638917 h 2638629"/>
                    <a:gd name="csX1933" fmla="*/ 465644 w 6840854"/>
                    <a:gd name="csY1933" fmla="*/ 2638917 h 2638629"/>
                    <a:gd name="csX1934" fmla="*/ 458796 w 6840854"/>
                    <a:gd name="csY1934" fmla="*/ 2638917 h 2638629"/>
                    <a:gd name="csX1935" fmla="*/ 451948 w 6840854"/>
                    <a:gd name="csY1935" fmla="*/ 2638917 h 2638629"/>
                    <a:gd name="csX1936" fmla="*/ 445101 w 6840854"/>
                    <a:gd name="csY1936" fmla="*/ 2638917 h 2638629"/>
                    <a:gd name="csX1937" fmla="*/ 438253 w 6840854"/>
                    <a:gd name="csY1937" fmla="*/ 2638917 h 2638629"/>
                    <a:gd name="csX1938" fmla="*/ 431405 w 6840854"/>
                    <a:gd name="csY1938" fmla="*/ 2638917 h 2638629"/>
                    <a:gd name="csX1939" fmla="*/ 424558 w 6840854"/>
                    <a:gd name="csY1939" fmla="*/ 2638917 h 2638629"/>
                    <a:gd name="csX1940" fmla="*/ 417710 w 6840854"/>
                    <a:gd name="csY1940" fmla="*/ 2638917 h 2638629"/>
                    <a:gd name="csX1941" fmla="*/ 410862 w 6840854"/>
                    <a:gd name="csY1941" fmla="*/ 2638917 h 2638629"/>
                    <a:gd name="csX1942" fmla="*/ 404014 w 6840854"/>
                    <a:gd name="csY1942" fmla="*/ 2638917 h 2638629"/>
                    <a:gd name="csX1943" fmla="*/ 397167 w 6840854"/>
                    <a:gd name="csY1943" fmla="*/ 2638917 h 2638629"/>
                    <a:gd name="csX1944" fmla="*/ 390319 w 6840854"/>
                    <a:gd name="csY1944" fmla="*/ 2638917 h 2638629"/>
                    <a:gd name="csX1945" fmla="*/ 383471 w 6840854"/>
                    <a:gd name="csY1945" fmla="*/ 2638917 h 2638629"/>
                    <a:gd name="csX1946" fmla="*/ 376624 w 6840854"/>
                    <a:gd name="csY1946" fmla="*/ 2638917 h 2638629"/>
                    <a:gd name="csX1947" fmla="*/ 369776 w 6840854"/>
                    <a:gd name="csY1947" fmla="*/ 2638917 h 2638629"/>
                    <a:gd name="csX1948" fmla="*/ 362928 w 6840854"/>
                    <a:gd name="csY1948" fmla="*/ 2638917 h 2638629"/>
                    <a:gd name="csX1949" fmla="*/ 356081 w 6840854"/>
                    <a:gd name="csY1949" fmla="*/ 2638917 h 2638629"/>
                    <a:gd name="csX1950" fmla="*/ 349233 w 6840854"/>
                    <a:gd name="csY1950" fmla="*/ 2638917 h 2638629"/>
                    <a:gd name="csX1951" fmla="*/ 342385 w 6840854"/>
                    <a:gd name="csY1951" fmla="*/ 2638917 h 2638629"/>
                    <a:gd name="csX1952" fmla="*/ 335537 w 6840854"/>
                    <a:gd name="csY1952" fmla="*/ 2638917 h 2638629"/>
                    <a:gd name="csX1953" fmla="*/ 328690 w 6840854"/>
                    <a:gd name="csY1953" fmla="*/ 2638917 h 2638629"/>
                    <a:gd name="csX1954" fmla="*/ 321842 w 6840854"/>
                    <a:gd name="csY1954" fmla="*/ 2638917 h 2638629"/>
                    <a:gd name="csX1955" fmla="*/ 314994 w 6840854"/>
                    <a:gd name="csY1955" fmla="*/ 2638917 h 2638629"/>
                    <a:gd name="csX1956" fmla="*/ 308147 w 6840854"/>
                    <a:gd name="csY1956" fmla="*/ 2638917 h 2638629"/>
                    <a:gd name="csX1957" fmla="*/ 301299 w 6840854"/>
                    <a:gd name="csY1957" fmla="*/ 2638917 h 2638629"/>
                    <a:gd name="csX1958" fmla="*/ 294451 w 6840854"/>
                    <a:gd name="csY1958" fmla="*/ 2638917 h 2638629"/>
                    <a:gd name="csX1959" fmla="*/ 287604 w 6840854"/>
                    <a:gd name="csY1959" fmla="*/ 2638917 h 2638629"/>
                    <a:gd name="csX1960" fmla="*/ 280756 w 6840854"/>
                    <a:gd name="csY1960" fmla="*/ 2638917 h 2638629"/>
                    <a:gd name="csX1961" fmla="*/ 273908 w 6840854"/>
                    <a:gd name="csY1961" fmla="*/ 2638917 h 2638629"/>
                    <a:gd name="csX1962" fmla="*/ 267060 w 6840854"/>
                    <a:gd name="csY1962" fmla="*/ 2638917 h 2638629"/>
                    <a:gd name="csX1963" fmla="*/ 260213 w 6840854"/>
                    <a:gd name="csY1963" fmla="*/ 2638917 h 2638629"/>
                    <a:gd name="csX1964" fmla="*/ 253365 w 6840854"/>
                    <a:gd name="csY1964" fmla="*/ 2638917 h 2638629"/>
                    <a:gd name="csX1965" fmla="*/ 246517 w 6840854"/>
                    <a:gd name="csY1965" fmla="*/ 2638917 h 2638629"/>
                    <a:gd name="csX1966" fmla="*/ 239670 w 6840854"/>
                    <a:gd name="csY1966" fmla="*/ 2638917 h 2638629"/>
                    <a:gd name="csX1967" fmla="*/ 232822 w 6840854"/>
                    <a:gd name="csY1967" fmla="*/ 2638917 h 2638629"/>
                    <a:gd name="csX1968" fmla="*/ 225974 w 6840854"/>
                    <a:gd name="csY1968" fmla="*/ 2638917 h 2638629"/>
                    <a:gd name="csX1969" fmla="*/ 219126 w 6840854"/>
                    <a:gd name="csY1969" fmla="*/ 2638917 h 2638629"/>
                    <a:gd name="csX1970" fmla="*/ 212279 w 6840854"/>
                    <a:gd name="csY1970" fmla="*/ 2638917 h 2638629"/>
                    <a:gd name="csX1971" fmla="*/ 205431 w 6840854"/>
                    <a:gd name="csY1971" fmla="*/ 2638917 h 2638629"/>
                    <a:gd name="csX1972" fmla="*/ 198583 w 6840854"/>
                    <a:gd name="csY1972" fmla="*/ 2638917 h 2638629"/>
                    <a:gd name="csX1973" fmla="*/ 191736 w 6840854"/>
                    <a:gd name="csY1973" fmla="*/ 2638917 h 2638629"/>
                    <a:gd name="csX1974" fmla="*/ 184888 w 6840854"/>
                    <a:gd name="csY1974" fmla="*/ 2638917 h 2638629"/>
                    <a:gd name="csX1975" fmla="*/ 178040 w 6840854"/>
                    <a:gd name="csY1975" fmla="*/ 2638917 h 2638629"/>
                    <a:gd name="csX1976" fmla="*/ 171193 w 6840854"/>
                    <a:gd name="csY1976" fmla="*/ 2638917 h 2638629"/>
                    <a:gd name="csX1977" fmla="*/ 164345 w 6840854"/>
                    <a:gd name="csY1977" fmla="*/ 2638917 h 2638629"/>
                    <a:gd name="csX1978" fmla="*/ 157497 w 6840854"/>
                    <a:gd name="csY1978" fmla="*/ 2638917 h 2638629"/>
                    <a:gd name="csX1979" fmla="*/ 150649 w 6840854"/>
                    <a:gd name="csY1979" fmla="*/ 2638917 h 2638629"/>
                    <a:gd name="csX1980" fmla="*/ 143802 w 6840854"/>
                    <a:gd name="csY1980" fmla="*/ 2638917 h 2638629"/>
                    <a:gd name="csX1981" fmla="*/ 136954 w 6840854"/>
                    <a:gd name="csY1981" fmla="*/ 2638917 h 2638629"/>
                    <a:gd name="csX1982" fmla="*/ 130106 w 6840854"/>
                    <a:gd name="csY1982" fmla="*/ 2638917 h 2638629"/>
                    <a:gd name="csX1983" fmla="*/ 123259 w 6840854"/>
                    <a:gd name="csY1983" fmla="*/ 2638917 h 2638629"/>
                    <a:gd name="csX1984" fmla="*/ 116411 w 6840854"/>
                    <a:gd name="csY1984" fmla="*/ 2638917 h 2638629"/>
                    <a:gd name="csX1985" fmla="*/ 109563 w 6840854"/>
                    <a:gd name="csY1985" fmla="*/ 2638917 h 2638629"/>
                    <a:gd name="csX1986" fmla="*/ 102716 w 6840854"/>
                    <a:gd name="csY1986" fmla="*/ 2638917 h 2638629"/>
                    <a:gd name="csX1987" fmla="*/ 95868 w 6840854"/>
                    <a:gd name="csY1987" fmla="*/ 2638917 h 2638629"/>
                    <a:gd name="csX1988" fmla="*/ 89020 w 6840854"/>
                    <a:gd name="csY1988" fmla="*/ 2638917 h 2638629"/>
                    <a:gd name="csX1989" fmla="*/ 82172 w 6840854"/>
                    <a:gd name="csY1989" fmla="*/ 2638917 h 2638629"/>
                    <a:gd name="csX1990" fmla="*/ 75325 w 6840854"/>
                    <a:gd name="csY1990" fmla="*/ 2638917 h 2638629"/>
                    <a:gd name="csX1991" fmla="*/ 68477 w 6840854"/>
                    <a:gd name="csY1991" fmla="*/ 2638917 h 2638629"/>
                    <a:gd name="csX1992" fmla="*/ 61629 w 6840854"/>
                    <a:gd name="csY1992" fmla="*/ 2638917 h 2638629"/>
                    <a:gd name="csX1993" fmla="*/ 54782 w 6840854"/>
                    <a:gd name="csY1993" fmla="*/ 2638917 h 2638629"/>
                    <a:gd name="csX1994" fmla="*/ 47934 w 6840854"/>
                    <a:gd name="csY1994" fmla="*/ 2638917 h 2638629"/>
                    <a:gd name="csX1995" fmla="*/ 41086 w 6840854"/>
                    <a:gd name="csY1995" fmla="*/ 2638917 h 2638629"/>
                    <a:gd name="csX1996" fmla="*/ 34239 w 6840854"/>
                    <a:gd name="csY1996" fmla="*/ 2638917 h 2638629"/>
                    <a:gd name="csX1997" fmla="*/ 27391 w 6840854"/>
                    <a:gd name="csY1997" fmla="*/ 2638917 h 2638629"/>
                    <a:gd name="csX1998" fmla="*/ 20543 w 6840854"/>
                    <a:gd name="csY1998" fmla="*/ 2638917 h 2638629"/>
                    <a:gd name="csX1999" fmla="*/ 13695 w 6840854"/>
                    <a:gd name="csY1999" fmla="*/ 2638917 h 2638629"/>
                    <a:gd name="csX2000" fmla="*/ 6848 w 6840854"/>
                    <a:gd name="csY2000" fmla="*/ 2638917 h 2638629"/>
                    <a:gd name="csX2001" fmla="*/ 0 w 6840854"/>
                    <a:gd name="csY2001" fmla="*/ 2638917 h 26386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  <a:cxn ang="0">
                      <a:pos x="csX110" y="csY110"/>
                    </a:cxn>
                    <a:cxn ang="0">
                      <a:pos x="csX111" y="csY111"/>
                    </a:cxn>
                    <a:cxn ang="0">
                      <a:pos x="csX112" y="csY112"/>
                    </a:cxn>
                    <a:cxn ang="0">
                      <a:pos x="csX113" y="csY113"/>
                    </a:cxn>
                    <a:cxn ang="0">
                      <a:pos x="csX114" y="csY114"/>
                    </a:cxn>
                    <a:cxn ang="0">
                      <a:pos x="csX115" y="csY115"/>
                    </a:cxn>
                    <a:cxn ang="0">
                      <a:pos x="csX116" y="csY116"/>
                    </a:cxn>
                    <a:cxn ang="0">
                      <a:pos x="csX117" y="csY117"/>
                    </a:cxn>
                    <a:cxn ang="0">
                      <a:pos x="csX118" y="csY118"/>
                    </a:cxn>
                    <a:cxn ang="0">
                      <a:pos x="csX119" y="csY119"/>
                    </a:cxn>
                    <a:cxn ang="0">
                      <a:pos x="csX120" y="csY120"/>
                    </a:cxn>
                    <a:cxn ang="0">
                      <a:pos x="csX121" y="csY121"/>
                    </a:cxn>
                    <a:cxn ang="0">
                      <a:pos x="csX122" y="csY122"/>
                    </a:cxn>
                    <a:cxn ang="0">
                      <a:pos x="csX123" y="csY123"/>
                    </a:cxn>
                    <a:cxn ang="0">
                      <a:pos x="csX124" y="csY124"/>
                    </a:cxn>
                    <a:cxn ang="0">
                      <a:pos x="csX125" y="csY125"/>
                    </a:cxn>
                    <a:cxn ang="0">
                      <a:pos x="csX126" y="csY126"/>
                    </a:cxn>
                    <a:cxn ang="0">
                      <a:pos x="csX127" y="csY127"/>
                    </a:cxn>
                    <a:cxn ang="0">
                      <a:pos x="csX128" y="csY128"/>
                    </a:cxn>
                    <a:cxn ang="0">
                      <a:pos x="csX129" y="csY129"/>
                    </a:cxn>
                    <a:cxn ang="0">
                      <a:pos x="csX130" y="csY130"/>
                    </a:cxn>
                    <a:cxn ang="0">
                      <a:pos x="csX131" y="csY131"/>
                    </a:cxn>
                    <a:cxn ang="0">
                      <a:pos x="csX132" y="csY132"/>
                    </a:cxn>
                    <a:cxn ang="0">
                      <a:pos x="csX133" y="csY133"/>
                    </a:cxn>
                    <a:cxn ang="0">
                      <a:pos x="csX134" y="csY134"/>
                    </a:cxn>
                    <a:cxn ang="0">
                      <a:pos x="csX135" y="csY135"/>
                    </a:cxn>
                    <a:cxn ang="0">
                      <a:pos x="csX136" y="csY136"/>
                    </a:cxn>
                    <a:cxn ang="0">
                      <a:pos x="csX137" y="csY137"/>
                    </a:cxn>
                    <a:cxn ang="0">
                      <a:pos x="csX138" y="csY138"/>
                    </a:cxn>
                    <a:cxn ang="0">
                      <a:pos x="csX139" y="csY139"/>
                    </a:cxn>
                    <a:cxn ang="0">
                      <a:pos x="csX140" y="csY140"/>
                    </a:cxn>
                    <a:cxn ang="0">
                      <a:pos x="csX141" y="csY141"/>
                    </a:cxn>
                    <a:cxn ang="0">
                      <a:pos x="csX142" y="csY142"/>
                    </a:cxn>
                    <a:cxn ang="0">
                      <a:pos x="csX143" y="csY143"/>
                    </a:cxn>
                    <a:cxn ang="0">
                      <a:pos x="csX144" y="csY144"/>
                    </a:cxn>
                    <a:cxn ang="0">
                      <a:pos x="csX145" y="csY145"/>
                    </a:cxn>
                    <a:cxn ang="0">
                      <a:pos x="csX146" y="csY146"/>
                    </a:cxn>
                    <a:cxn ang="0">
                      <a:pos x="csX147" y="csY147"/>
                    </a:cxn>
                    <a:cxn ang="0">
                      <a:pos x="csX148" y="csY148"/>
                    </a:cxn>
                    <a:cxn ang="0">
                      <a:pos x="csX149" y="csY149"/>
                    </a:cxn>
                    <a:cxn ang="0">
                      <a:pos x="csX150" y="csY150"/>
                    </a:cxn>
                    <a:cxn ang="0">
                      <a:pos x="csX151" y="csY151"/>
                    </a:cxn>
                    <a:cxn ang="0">
                      <a:pos x="csX152" y="csY152"/>
                    </a:cxn>
                    <a:cxn ang="0">
                      <a:pos x="csX153" y="csY153"/>
                    </a:cxn>
                    <a:cxn ang="0">
                      <a:pos x="csX154" y="csY154"/>
                    </a:cxn>
                    <a:cxn ang="0">
                      <a:pos x="csX155" y="csY155"/>
                    </a:cxn>
                    <a:cxn ang="0">
                      <a:pos x="csX156" y="csY156"/>
                    </a:cxn>
                    <a:cxn ang="0">
                      <a:pos x="csX157" y="csY157"/>
                    </a:cxn>
                    <a:cxn ang="0">
                      <a:pos x="csX158" y="csY158"/>
                    </a:cxn>
                    <a:cxn ang="0">
                      <a:pos x="csX159" y="csY159"/>
                    </a:cxn>
                    <a:cxn ang="0">
                      <a:pos x="csX160" y="csY160"/>
                    </a:cxn>
                    <a:cxn ang="0">
                      <a:pos x="csX161" y="csY161"/>
                    </a:cxn>
                    <a:cxn ang="0">
                      <a:pos x="csX162" y="csY162"/>
                    </a:cxn>
                    <a:cxn ang="0">
                      <a:pos x="csX163" y="csY163"/>
                    </a:cxn>
                    <a:cxn ang="0">
                      <a:pos x="csX164" y="csY164"/>
                    </a:cxn>
                    <a:cxn ang="0">
                      <a:pos x="csX165" y="csY165"/>
                    </a:cxn>
                    <a:cxn ang="0">
                      <a:pos x="csX166" y="csY166"/>
                    </a:cxn>
                    <a:cxn ang="0">
                      <a:pos x="csX167" y="csY167"/>
                    </a:cxn>
                    <a:cxn ang="0">
                      <a:pos x="csX168" y="csY168"/>
                    </a:cxn>
                    <a:cxn ang="0">
                      <a:pos x="csX169" y="csY169"/>
                    </a:cxn>
                    <a:cxn ang="0">
                      <a:pos x="csX170" y="csY170"/>
                    </a:cxn>
                    <a:cxn ang="0">
                      <a:pos x="csX171" y="csY171"/>
                    </a:cxn>
                    <a:cxn ang="0">
                      <a:pos x="csX172" y="csY172"/>
                    </a:cxn>
                    <a:cxn ang="0">
                      <a:pos x="csX173" y="csY173"/>
                    </a:cxn>
                    <a:cxn ang="0">
                      <a:pos x="csX174" y="csY174"/>
                    </a:cxn>
                    <a:cxn ang="0">
                      <a:pos x="csX175" y="csY175"/>
                    </a:cxn>
                    <a:cxn ang="0">
                      <a:pos x="csX176" y="csY176"/>
                    </a:cxn>
                    <a:cxn ang="0">
                      <a:pos x="csX177" y="csY177"/>
                    </a:cxn>
                    <a:cxn ang="0">
                      <a:pos x="csX178" y="csY178"/>
                    </a:cxn>
                    <a:cxn ang="0">
                      <a:pos x="csX179" y="csY179"/>
                    </a:cxn>
                    <a:cxn ang="0">
                      <a:pos x="csX180" y="csY180"/>
                    </a:cxn>
                    <a:cxn ang="0">
                      <a:pos x="csX181" y="csY181"/>
                    </a:cxn>
                    <a:cxn ang="0">
                      <a:pos x="csX182" y="csY182"/>
                    </a:cxn>
                    <a:cxn ang="0">
                      <a:pos x="csX183" y="csY183"/>
                    </a:cxn>
                    <a:cxn ang="0">
                      <a:pos x="csX184" y="csY184"/>
                    </a:cxn>
                    <a:cxn ang="0">
                      <a:pos x="csX185" y="csY185"/>
                    </a:cxn>
                    <a:cxn ang="0">
                      <a:pos x="csX186" y="csY186"/>
                    </a:cxn>
                    <a:cxn ang="0">
                      <a:pos x="csX187" y="csY187"/>
                    </a:cxn>
                    <a:cxn ang="0">
                      <a:pos x="csX188" y="csY188"/>
                    </a:cxn>
                    <a:cxn ang="0">
                      <a:pos x="csX189" y="csY189"/>
                    </a:cxn>
                    <a:cxn ang="0">
                      <a:pos x="csX190" y="csY190"/>
                    </a:cxn>
                    <a:cxn ang="0">
                      <a:pos x="csX191" y="csY191"/>
                    </a:cxn>
                    <a:cxn ang="0">
                      <a:pos x="csX192" y="csY192"/>
                    </a:cxn>
                    <a:cxn ang="0">
                      <a:pos x="csX193" y="csY193"/>
                    </a:cxn>
                    <a:cxn ang="0">
                      <a:pos x="csX194" y="csY194"/>
                    </a:cxn>
                    <a:cxn ang="0">
                      <a:pos x="csX195" y="csY195"/>
                    </a:cxn>
                    <a:cxn ang="0">
                      <a:pos x="csX196" y="csY196"/>
                    </a:cxn>
                    <a:cxn ang="0">
                      <a:pos x="csX197" y="csY197"/>
                    </a:cxn>
                    <a:cxn ang="0">
                      <a:pos x="csX198" y="csY198"/>
                    </a:cxn>
                    <a:cxn ang="0">
                      <a:pos x="csX199" y="csY199"/>
                    </a:cxn>
                    <a:cxn ang="0">
                      <a:pos x="csX200" y="csY200"/>
                    </a:cxn>
                    <a:cxn ang="0">
                      <a:pos x="csX201" y="csY201"/>
                    </a:cxn>
                    <a:cxn ang="0">
                      <a:pos x="csX202" y="csY202"/>
                    </a:cxn>
                    <a:cxn ang="0">
                      <a:pos x="csX203" y="csY203"/>
                    </a:cxn>
                    <a:cxn ang="0">
                      <a:pos x="csX204" y="csY204"/>
                    </a:cxn>
                    <a:cxn ang="0">
                      <a:pos x="csX205" y="csY205"/>
                    </a:cxn>
                    <a:cxn ang="0">
                      <a:pos x="csX206" y="csY206"/>
                    </a:cxn>
                    <a:cxn ang="0">
                      <a:pos x="csX207" y="csY207"/>
                    </a:cxn>
                    <a:cxn ang="0">
                      <a:pos x="csX208" y="csY208"/>
                    </a:cxn>
                    <a:cxn ang="0">
                      <a:pos x="csX209" y="csY209"/>
                    </a:cxn>
                    <a:cxn ang="0">
                      <a:pos x="csX210" y="csY210"/>
                    </a:cxn>
                    <a:cxn ang="0">
                      <a:pos x="csX211" y="csY211"/>
                    </a:cxn>
                    <a:cxn ang="0">
                      <a:pos x="csX212" y="csY212"/>
                    </a:cxn>
                    <a:cxn ang="0">
                      <a:pos x="csX213" y="csY213"/>
                    </a:cxn>
                    <a:cxn ang="0">
                      <a:pos x="csX214" y="csY214"/>
                    </a:cxn>
                    <a:cxn ang="0">
                      <a:pos x="csX215" y="csY215"/>
                    </a:cxn>
                    <a:cxn ang="0">
                      <a:pos x="csX216" y="csY216"/>
                    </a:cxn>
                    <a:cxn ang="0">
                      <a:pos x="csX217" y="csY217"/>
                    </a:cxn>
                    <a:cxn ang="0">
                      <a:pos x="csX218" y="csY218"/>
                    </a:cxn>
                    <a:cxn ang="0">
                      <a:pos x="csX219" y="csY219"/>
                    </a:cxn>
                    <a:cxn ang="0">
                      <a:pos x="csX220" y="csY220"/>
                    </a:cxn>
                    <a:cxn ang="0">
                      <a:pos x="csX221" y="csY221"/>
                    </a:cxn>
                    <a:cxn ang="0">
                      <a:pos x="csX222" y="csY222"/>
                    </a:cxn>
                    <a:cxn ang="0">
                      <a:pos x="csX223" y="csY223"/>
                    </a:cxn>
                    <a:cxn ang="0">
                      <a:pos x="csX224" y="csY224"/>
                    </a:cxn>
                    <a:cxn ang="0">
                      <a:pos x="csX225" y="csY225"/>
                    </a:cxn>
                    <a:cxn ang="0">
                      <a:pos x="csX226" y="csY226"/>
                    </a:cxn>
                    <a:cxn ang="0">
                      <a:pos x="csX227" y="csY227"/>
                    </a:cxn>
                    <a:cxn ang="0">
                      <a:pos x="csX228" y="csY228"/>
                    </a:cxn>
                    <a:cxn ang="0">
                      <a:pos x="csX229" y="csY229"/>
                    </a:cxn>
                    <a:cxn ang="0">
                      <a:pos x="csX230" y="csY230"/>
                    </a:cxn>
                    <a:cxn ang="0">
                      <a:pos x="csX231" y="csY231"/>
                    </a:cxn>
                    <a:cxn ang="0">
                      <a:pos x="csX232" y="csY232"/>
                    </a:cxn>
                    <a:cxn ang="0">
                      <a:pos x="csX233" y="csY233"/>
                    </a:cxn>
                    <a:cxn ang="0">
                      <a:pos x="csX234" y="csY234"/>
                    </a:cxn>
                    <a:cxn ang="0">
                      <a:pos x="csX235" y="csY235"/>
                    </a:cxn>
                    <a:cxn ang="0">
                      <a:pos x="csX236" y="csY236"/>
                    </a:cxn>
                    <a:cxn ang="0">
                      <a:pos x="csX237" y="csY237"/>
                    </a:cxn>
                    <a:cxn ang="0">
                      <a:pos x="csX238" y="csY238"/>
                    </a:cxn>
                    <a:cxn ang="0">
                      <a:pos x="csX239" y="csY239"/>
                    </a:cxn>
                    <a:cxn ang="0">
                      <a:pos x="csX240" y="csY240"/>
                    </a:cxn>
                    <a:cxn ang="0">
                      <a:pos x="csX241" y="csY241"/>
                    </a:cxn>
                    <a:cxn ang="0">
                      <a:pos x="csX242" y="csY242"/>
                    </a:cxn>
                    <a:cxn ang="0">
                      <a:pos x="csX243" y="csY243"/>
                    </a:cxn>
                    <a:cxn ang="0">
                      <a:pos x="csX244" y="csY244"/>
                    </a:cxn>
                    <a:cxn ang="0">
                      <a:pos x="csX245" y="csY245"/>
                    </a:cxn>
                    <a:cxn ang="0">
                      <a:pos x="csX246" y="csY246"/>
                    </a:cxn>
                    <a:cxn ang="0">
                      <a:pos x="csX247" y="csY247"/>
                    </a:cxn>
                    <a:cxn ang="0">
                      <a:pos x="csX248" y="csY248"/>
                    </a:cxn>
                    <a:cxn ang="0">
                      <a:pos x="csX249" y="csY249"/>
                    </a:cxn>
                    <a:cxn ang="0">
                      <a:pos x="csX250" y="csY250"/>
                    </a:cxn>
                    <a:cxn ang="0">
                      <a:pos x="csX251" y="csY251"/>
                    </a:cxn>
                    <a:cxn ang="0">
                      <a:pos x="csX252" y="csY252"/>
                    </a:cxn>
                    <a:cxn ang="0">
                      <a:pos x="csX253" y="csY253"/>
                    </a:cxn>
                    <a:cxn ang="0">
                      <a:pos x="csX254" y="csY254"/>
                    </a:cxn>
                    <a:cxn ang="0">
                      <a:pos x="csX255" y="csY255"/>
                    </a:cxn>
                    <a:cxn ang="0">
                      <a:pos x="csX256" y="csY256"/>
                    </a:cxn>
                    <a:cxn ang="0">
                      <a:pos x="csX257" y="csY257"/>
                    </a:cxn>
                    <a:cxn ang="0">
                      <a:pos x="csX258" y="csY258"/>
                    </a:cxn>
                    <a:cxn ang="0">
                      <a:pos x="csX259" y="csY259"/>
                    </a:cxn>
                    <a:cxn ang="0">
                      <a:pos x="csX260" y="csY260"/>
                    </a:cxn>
                    <a:cxn ang="0">
                      <a:pos x="csX261" y="csY261"/>
                    </a:cxn>
                    <a:cxn ang="0">
                      <a:pos x="csX262" y="csY262"/>
                    </a:cxn>
                    <a:cxn ang="0">
                      <a:pos x="csX263" y="csY263"/>
                    </a:cxn>
                    <a:cxn ang="0">
                      <a:pos x="csX264" y="csY264"/>
                    </a:cxn>
                    <a:cxn ang="0">
                      <a:pos x="csX265" y="csY265"/>
                    </a:cxn>
                    <a:cxn ang="0">
                      <a:pos x="csX266" y="csY266"/>
                    </a:cxn>
                    <a:cxn ang="0">
                      <a:pos x="csX267" y="csY267"/>
                    </a:cxn>
                    <a:cxn ang="0">
                      <a:pos x="csX268" y="csY268"/>
                    </a:cxn>
                    <a:cxn ang="0">
                      <a:pos x="csX269" y="csY269"/>
                    </a:cxn>
                    <a:cxn ang="0">
                      <a:pos x="csX270" y="csY270"/>
                    </a:cxn>
                    <a:cxn ang="0">
                      <a:pos x="csX271" y="csY271"/>
                    </a:cxn>
                    <a:cxn ang="0">
                      <a:pos x="csX272" y="csY272"/>
                    </a:cxn>
                    <a:cxn ang="0">
                      <a:pos x="csX273" y="csY273"/>
                    </a:cxn>
                    <a:cxn ang="0">
                      <a:pos x="csX274" y="csY274"/>
                    </a:cxn>
                    <a:cxn ang="0">
                      <a:pos x="csX275" y="csY275"/>
                    </a:cxn>
                    <a:cxn ang="0">
                      <a:pos x="csX276" y="csY276"/>
                    </a:cxn>
                    <a:cxn ang="0">
                      <a:pos x="csX277" y="csY277"/>
                    </a:cxn>
                    <a:cxn ang="0">
                      <a:pos x="csX278" y="csY278"/>
                    </a:cxn>
                    <a:cxn ang="0">
                      <a:pos x="csX279" y="csY279"/>
                    </a:cxn>
                    <a:cxn ang="0">
                      <a:pos x="csX280" y="csY280"/>
                    </a:cxn>
                    <a:cxn ang="0">
                      <a:pos x="csX281" y="csY281"/>
                    </a:cxn>
                    <a:cxn ang="0">
                      <a:pos x="csX282" y="csY282"/>
                    </a:cxn>
                    <a:cxn ang="0">
                      <a:pos x="csX283" y="csY283"/>
                    </a:cxn>
                    <a:cxn ang="0">
                      <a:pos x="csX284" y="csY284"/>
                    </a:cxn>
                    <a:cxn ang="0">
                      <a:pos x="csX285" y="csY285"/>
                    </a:cxn>
                    <a:cxn ang="0">
                      <a:pos x="csX286" y="csY286"/>
                    </a:cxn>
                    <a:cxn ang="0">
                      <a:pos x="csX287" y="csY287"/>
                    </a:cxn>
                    <a:cxn ang="0">
                      <a:pos x="csX288" y="csY288"/>
                    </a:cxn>
                    <a:cxn ang="0">
                      <a:pos x="csX289" y="csY289"/>
                    </a:cxn>
                    <a:cxn ang="0">
                      <a:pos x="csX290" y="csY290"/>
                    </a:cxn>
                    <a:cxn ang="0">
                      <a:pos x="csX291" y="csY291"/>
                    </a:cxn>
                    <a:cxn ang="0">
                      <a:pos x="csX292" y="csY292"/>
                    </a:cxn>
                    <a:cxn ang="0">
                      <a:pos x="csX293" y="csY293"/>
                    </a:cxn>
                    <a:cxn ang="0">
                      <a:pos x="csX294" y="csY294"/>
                    </a:cxn>
                    <a:cxn ang="0">
                      <a:pos x="csX295" y="csY295"/>
                    </a:cxn>
                    <a:cxn ang="0">
                      <a:pos x="csX296" y="csY296"/>
                    </a:cxn>
                    <a:cxn ang="0">
                      <a:pos x="csX297" y="csY297"/>
                    </a:cxn>
                    <a:cxn ang="0">
                      <a:pos x="csX298" y="csY298"/>
                    </a:cxn>
                    <a:cxn ang="0">
                      <a:pos x="csX299" y="csY299"/>
                    </a:cxn>
                    <a:cxn ang="0">
                      <a:pos x="csX300" y="csY300"/>
                    </a:cxn>
                    <a:cxn ang="0">
                      <a:pos x="csX301" y="csY301"/>
                    </a:cxn>
                    <a:cxn ang="0">
                      <a:pos x="csX302" y="csY302"/>
                    </a:cxn>
                    <a:cxn ang="0">
                      <a:pos x="csX303" y="csY303"/>
                    </a:cxn>
                    <a:cxn ang="0">
                      <a:pos x="csX304" y="csY304"/>
                    </a:cxn>
                    <a:cxn ang="0">
                      <a:pos x="csX305" y="csY305"/>
                    </a:cxn>
                    <a:cxn ang="0">
                      <a:pos x="csX306" y="csY306"/>
                    </a:cxn>
                    <a:cxn ang="0">
                      <a:pos x="csX307" y="csY307"/>
                    </a:cxn>
                    <a:cxn ang="0">
                      <a:pos x="csX308" y="csY308"/>
                    </a:cxn>
                    <a:cxn ang="0">
                      <a:pos x="csX309" y="csY309"/>
                    </a:cxn>
                    <a:cxn ang="0">
                      <a:pos x="csX310" y="csY310"/>
                    </a:cxn>
                    <a:cxn ang="0">
                      <a:pos x="csX311" y="csY311"/>
                    </a:cxn>
                    <a:cxn ang="0">
                      <a:pos x="csX312" y="csY312"/>
                    </a:cxn>
                    <a:cxn ang="0">
                      <a:pos x="csX313" y="csY313"/>
                    </a:cxn>
                    <a:cxn ang="0">
                      <a:pos x="csX314" y="csY314"/>
                    </a:cxn>
                    <a:cxn ang="0">
                      <a:pos x="csX315" y="csY315"/>
                    </a:cxn>
                    <a:cxn ang="0">
                      <a:pos x="csX316" y="csY316"/>
                    </a:cxn>
                    <a:cxn ang="0">
                      <a:pos x="csX317" y="csY317"/>
                    </a:cxn>
                    <a:cxn ang="0">
                      <a:pos x="csX318" y="csY318"/>
                    </a:cxn>
                    <a:cxn ang="0">
                      <a:pos x="csX319" y="csY319"/>
                    </a:cxn>
                    <a:cxn ang="0">
                      <a:pos x="csX320" y="csY320"/>
                    </a:cxn>
                    <a:cxn ang="0">
                      <a:pos x="csX321" y="csY321"/>
                    </a:cxn>
                    <a:cxn ang="0">
                      <a:pos x="csX322" y="csY322"/>
                    </a:cxn>
                    <a:cxn ang="0">
                      <a:pos x="csX323" y="csY323"/>
                    </a:cxn>
                    <a:cxn ang="0">
                      <a:pos x="csX324" y="csY324"/>
                    </a:cxn>
                    <a:cxn ang="0">
                      <a:pos x="csX325" y="csY325"/>
                    </a:cxn>
                    <a:cxn ang="0">
                      <a:pos x="csX326" y="csY326"/>
                    </a:cxn>
                    <a:cxn ang="0">
                      <a:pos x="csX327" y="csY327"/>
                    </a:cxn>
                    <a:cxn ang="0">
                      <a:pos x="csX328" y="csY328"/>
                    </a:cxn>
                    <a:cxn ang="0">
                      <a:pos x="csX329" y="csY329"/>
                    </a:cxn>
                    <a:cxn ang="0">
                      <a:pos x="csX330" y="csY330"/>
                    </a:cxn>
                    <a:cxn ang="0">
                      <a:pos x="csX331" y="csY331"/>
                    </a:cxn>
                    <a:cxn ang="0">
                      <a:pos x="csX332" y="csY332"/>
                    </a:cxn>
                    <a:cxn ang="0">
                      <a:pos x="csX333" y="csY333"/>
                    </a:cxn>
                    <a:cxn ang="0">
                      <a:pos x="csX334" y="csY334"/>
                    </a:cxn>
                    <a:cxn ang="0">
                      <a:pos x="csX335" y="csY335"/>
                    </a:cxn>
                    <a:cxn ang="0">
                      <a:pos x="csX336" y="csY336"/>
                    </a:cxn>
                    <a:cxn ang="0">
                      <a:pos x="csX337" y="csY337"/>
                    </a:cxn>
                    <a:cxn ang="0">
                      <a:pos x="csX338" y="csY338"/>
                    </a:cxn>
                    <a:cxn ang="0">
                      <a:pos x="csX339" y="csY339"/>
                    </a:cxn>
                    <a:cxn ang="0">
                      <a:pos x="csX340" y="csY340"/>
                    </a:cxn>
                    <a:cxn ang="0">
                      <a:pos x="csX341" y="csY341"/>
                    </a:cxn>
                    <a:cxn ang="0">
                      <a:pos x="csX342" y="csY342"/>
                    </a:cxn>
                    <a:cxn ang="0">
                      <a:pos x="csX343" y="csY343"/>
                    </a:cxn>
                    <a:cxn ang="0">
                      <a:pos x="csX344" y="csY344"/>
                    </a:cxn>
                    <a:cxn ang="0">
                      <a:pos x="csX345" y="csY345"/>
                    </a:cxn>
                    <a:cxn ang="0">
                      <a:pos x="csX346" y="csY346"/>
                    </a:cxn>
                    <a:cxn ang="0">
                      <a:pos x="csX347" y="csY347"/>
                    </a:cxn>
                    <a:cxn ang="0">
                      <a:pos x="csX348" y="csY348"/>
                    </a:cxn>
                    <a:cxn ang="0">
                      <a:pos x="csX349" y="csY349"/>
                    </a:cxn>
                    <a:cxn ang="0">
                      <a:pos x="csX350" y="csY350"/>
                    </a:cxn>
                    <a:cxn ang="0">
                      <a:pos x="csX351" y="csY351"/>
                    </a:cxn>
                    <a:cxn ang="0">
                      <a:pos x="csX352" y="csY352"/>
                    </a:cxn>
                    <a:cxn ang="0">
                      <a:pos x="csX353" y="csY353"/>
                    </a:cxn>
                    <a:cxn ang="0">
                      <a:pos x="csX354" y="csY354"/>
                    </a:cxn>
                    <a:cxn ang="0">
                      <a:pos x="csX355" y="csY355"/>
                    </a:cxn>
                    <a:cxn ang="0">
                      <a:pos x="csX356" y="csY356"/>
                    </a:cxn>
                    <a:cxn ang="0">
                      <a:pos x="csX357" y="csY357"/>
                    </a:cxn>
                    <a:cxn ang="0">
                      <a:pos x="csX358" y="csY358"/>
                    </a:cxn>
                    <a:cxn ang="0">
                      <a:pos x="csX359" y="csY359"/>
                    </a:cxn>
                    <a:cxn ang="0">
                      <a:pos x="csX360" y="csY360"/>
                    </a:cxn>
                    <a:cxn ang="0">
                      <a:pos x="csX361" y="csY361"/>
                    </a:cxn>
                    <a:cxn ang="0">
                      <a:pos x="csX362" y="csY362"/>
                    </a:cxn>
                    <a:cxn ang="0">
                      <a:pos x="csX363" y="csY363"/>
                    </a:cxn>
                    <a:cxn ang="0">
                      <a:pos x="csX364" y="csY364"/>
                    </a:cxn>
                    <a:cxn ang="0">
                      <a:pos x="csX365" y="csY365"/>
                    </a:cxn>
                    <a:cxn ang="0">
                      <a:pos x="csX366" y="csY366"/>
                    </a:cxn>
                    <a:cxn ang="0">
                      <a:pos x="csX367" y="csY367"/>
                    </a:cxn>
                    <a:cxn ang="0">
                      <a:pos x="csX368" y="csY368"/>
                    </a:cxn>
                    <a:cxn ang="0">
                      <a:pos x="csX369" y="csY369"/>
                    </a:cxn>
                    <a:cxn ang="0">
                      <a:pos x="csX370" y="csY370"/>
                    </a:cxn>
                    <a:cxn ang="0">
                      <a:pos x="csX371" y="csY371"/>
                    </a:cxn>
                    <a:cxn ang="0">
                      <a:pos x="csX372" y="csY372"/>
                    </a:cxn>
                    <a:cxn ang="0">
                      <a:pos x="csX373" y="csY373"/>
                    </a:cxn>
                    <a:cxn ang="0">
                      <a:pos x="csX374" y="csY374"/>
                    </a:cxn>
                    <a:cxn ang="0">
                      <a:pos x="csX375" y="csY375"/>
                    </a:cxn>
                    <a:cxn ang="0">
                      <a:pos x="csX376" y="csY376"/>
                    </a:cxn>
                    <a:cxn ang="0">
                      <a:pos x="csX377" y="csY377"/>
                    </a:cxn>
                    <a:cxn ang="0">
                      <a:pos x="csX378" y="csY378"/>
                    </a:cxn>
                    <a:cxn ang="0">
                      <a:pos x="csX379" y="csY379"/>
                    </a:cxn>
                    <a:cxn ang="0">
                      <a:pos x="csX380" y="csY380"/>
                    </a:cxn>
                    <a:cxn ang="0">
                      <a:pos x="csX381" y="csY381"/>
                    </a:cxn>
                    <a:cxn ang="0">
                      <a:pos x="csX382" y="csY382"/>
                    </a:cxn>
                    <a:cxn ang="0">
                      <a:pos x="csX383" y="csY383"/>
                    </a:cxn>
                    <a:cxn ang="0">
                      <a:pos x="csX384" y="csY384"/>
                    </a:cxn>
                    <a:cxn ang="0">
                      <a:pos x="csX385" y="csY385"/>
                    </a:cxn>
                    <a:cxn ang="0">
                      <a:pos x="csX386" y="csY386"/>
                    </a:cxn>
                    <a:cxn ang="0">
                      <a:pos x="csX387" y="csY387"/>
                    </a:cxn>
                    <a:cxn ang="0">
                      <a:pos x="csX388" y="csY388"/>
                    </a:cxn>
                    <a:cxn ang="0">
                      <a:pos x="csX389" y="csY389"/>
                    </a:cxn>
                    <a:cxn ang="0">
                      <a:pos x="csX390" y="csY390"/>
                    </a:cxn>
                    <a:cxn ang="0">
                      <a:pos x="csX391" y="csY391"/>
                    </a:cxn>
                    <a:cxn ang="0">
                      <a:pos x="csX392" y="csY392"/>
                    </a:cxn>
                    <a:cxn ang="0">
                      <a:pos x="csX393" y="csY393"/>
                    </a:cxn>
                    <a:cxn ang="0">
                      <a:pos x="csX394" y="csY394"/>
                    </a:cxn>
                    <a:cxn ang="0">
                      <a:pos x="csX395" y="csY395"/>
                    </a:cxn>
                    <a:cxn ang="0">
                      <a:pos x="csX396" y="csY396"/>
                    </a:cxn>
                    <a:cxn ang="0">
                      <a:pos x="csX397" y="csY397"/>
                    </a:cxn>
                    <a:cxn ang="0">
                      <a:pos x="csX398" y="csY398"/>
                    </a:cxn>
                    <a:cxn ang="0">
                      <a:pos x="csX399" y="csY399"/>
                    </a:cxn>
                    <a:cxn ang="0">
                      <a:pos x="csX400" y="csY400"/>
                    </a:cxn>
                    <a:cxn ang="0">
                      <a:pos x="csX401" y="csY401"/>
                    </a:cxn>
                    <a:cxn ang="0">
                      <a:pos x="csX402" y="csY402"/>
                    </a:cxn>
                    <a:cxn ang="0">
                      <a:pos x="csX403" y="csY403"/>
                    </a:cxn>
                    <a:cxn ang="0">
                      <a:pos x="csX404" y="csY404"/>
                    </a:cxn>
                    <a:cxn ang="0">
                      <a:pos x="csX405" y="csY405"/>
                    </a:cxn>
                    <a:cxn ang="0">
                      <a:pos x="csX406" y="csY406"/>
                    </a:cxn>
                    <a:cxn ang="0">
                      <a:pos x="csX407" y="csY407"/>
                    </a:cxn>
                    <a:cxn ang="0">
                      <a:pos x="csX408" y="csY408"/>
                    </a:cxn>
                    <a:cxn ang="0">
                      <a:pos x="csX409" y="csY409"/>
                    </a:cxn>
                    <a:cxn ang="0">
                      <a:pos x="csX410" y="csY410"/>
                    </a:cxn>
                    <a:cxn ang="0">
                      <a:pos x="csX411" y="csY411"/>
                    </a:cxn>
                    <a:cxn ang="0">
                      <a:pos x="csX412" y="csY412"/>
                    </a:cxn>
                    <a:cxn ang="0">
                      <a:pos x="csX413" y="csY413"/>
                    </a:cxn>
                    <a:cxn ang="0">
                      <a:pos x="csX414" y="csY414"/>
                    </a:cxn>
                    <a:cxn ang="0">
                      <a:pos x="csX415" y="csY415"/>
                    </a:cxn>
                    <a:cxn ang="0">
                      <a:pos x="csX416" y="csY416"/>
                    </a:cxn>
                    <a:cxn ang="0">
                      <a:pos x="csX417" y="csY417"/>
                    </a:cxn>
                    <a:cxn ang="0">
                      <a:pos x="csX418" y="csY418"/>
                    </a:cxn>
                    <a:cxn ang="0">
                      <a:pos x="csX419" y="csY419"/>
                    </a:cxn>
                    <a:cxn ang="0">
                      <a:pos x="csX420" y="csY420"/>
                    </a:cxn>
                    <a:cxn ang="0">
                      <a:pos x="csX421" y="csY421"/>
                    </a:cxn>
                    <a:cxn ang="0">
                      <a:pos x="csX422" y="csY422"/>
                    </a:cxn>
                    <a:cxn ang="0">
                      <a:pos x="csX423" y="csY423"/>
                    </a:cxn>
                    <a:cxn ang="0">
                      <a:pos x="csX424" y="csY424"/>
                    </a:cxn>
                    <a:cxn ang="0">
                      <a:pos x="csX425" y="csY425"/>
                    </a:cxn>
                    <a:cxn ang="0">
                      <a:pos x="csX426" y="csY426"/>
                    </a:cxn>
                    <a:cxn ang="0">
                      <a:pos x="csX427" y="csY427"/>
                    </a:cxn>
                    <a:cxn ang="0">
                      <a:pos x="csX428" y="csY428"/>
                    </a:cxn>
                    <a:cxn ang="0">
                      <a:pos x="csX429" y="csY429"/>
                    </a:cxn>
                    <a:cxn ang="0">
                      <a:pos x="csX430" y="csY430"/>
                    </a:cxn>
                    <a:cxn ang="0">
                      <a:pos x="csX431" y="csY431"/>
                    </a:cxn>
                    <a:cxn ang="0">
                      <a:pos x="csX432" y="csY432"/>
                    </a:cxn>
                    <a:cxn ang="0">
                      <a:pos x="csX433" y="csY433"/>
                    </a:cxn>
                    <a:cxn ang="0">
                      <a:pos x="csX434" y="csY434"/>
                    </a:cxn>
                    <a:cxn ang="0">
                      <a:pos x="csX435" y="csY435"/>
                    </a:cxn>
                    <a:cxn ang="0">
                      <a:pos x="csX436" y="csY436"/>
                    </a:cxn>
                    <a:cxn ang="0">
                      <a:pos x="csX437" y="csY437"/>
                    </a:cxn>
                    <a:cxn ang="0">
                      <a:pos x="csX438" y="csY438"/>
                    </a:cxn>
                    <a:cxn ang="0">
                      <a:pos x="csX439" y="csY439"/>
                    </a:cxn>
                    <a:cxn ang="0">
                      <a:pos x="csX440" y="csY440"/>
                    </a:cxn>
                    <a:cxn ang="0">
                      <a:pos x="csX441" y="csY441"/>
                    </a:cxn>
                    <a:cxn ang="0">
                      <a:pos x="csX442" y="csY442"/>
                    </a:cxn>
                    <a:cxn ang="0">
                      <a:pos x="csX443" y="csY443"/>
                    </a:cxn>
                    <a:cxn ang="0">
                      <a:pos x="csX444" y="csY444"/>
                    </a:cxn>
                    <a:cxn ang="0">
                      <a:pos x="csX445" y="csY445"/>
                    </a:cxn>
                    <a:cxn ang="0">
                      <a:pos x="csX446" y="csY446"/>
                    </a:cxn>
                    <a:cxn ang="0">
                      <a:pos x="csX447" y="csY447"/>
                    </a:cxn>
                    <a:cxn ang="0">
                      <a:pos x="csX448" y="csY448"/>
                    </a:cxn>
                    <a:cxn ang="0">
                      <a:pos x="csX449" y="csY449"/>
                    </a:cxn>
                    <a:cxn ang="0">
                      <a:pos x="csX450" y="csY450"/>
                    </a:cxn>
                    <a:cxn ang="0">
                      <a:pos x="csX451" y="csY451"/>
                    </a:cxn>
                    <a:cxn ang="0">
                      <a:pos x="csX452" y="csY452"/>
                    </a:cxn>
                    <a:cxn ang="0">
                      <a:pos x="csX453" y="csY453"/>
                    </a:cxn>
                    <a:cxn ang="0">
                      <a:pos x="csX454" y="csY454"/>
                    </a:cxn>
                    <a:cxn ang="0">
                      <a:pos x="csX455" y="csY455"/>
                    </a:cxn>
                    <a:cxn ang="0">
                      <a:pos x="csX456" y="csY456"/>
                    </a:cxn>
                    <a:cxn ang="0">
                      <a:pos x="csX457" y="csY457"/>
                    </a:cxn>
                    <a:cxn ang="0">
                      <a:pos x="csX458" y="csY458"/>
                    </a:cxn>
                    <a:cxn ang="0">
                      <a:pos x="csX459" y="csY459"/>
                    </a:cxn>
                    <a:cxn ang="0">
                      <a:pos x="csX460" y="csY460"/>
                    </a:cxn>
                    <a:cxn ang="0">
                      <a:pos x="csX461" y="csY461"/>
                    </a:cxn>
                    <a:cxn ang="0">
                      <a:pos x="csX462" y="csY462"/>
                    </a:cxn>
                    <a:cxn ang="0">
                      <a:pos x="csX463" y="csY463"/>
                    </a:cxn>
                    <a:cxn ang="0">
                      <a:pos x="csX464" y="csY464"/>
                    </a:cxn>
                    <a:cxn ang="0">
                      <a:pos x="csX465" y="csY465"/>
                    </a:cxn>
                    <a:cxn ang="0">
                      <a:pos x="csX466" y="csY466"/>
                    </a:cxn>
                    <a:cxn ang="0">
                      <a:pos x="csX467" y="csY467"/>
                    </a:cxn>
                    <a:cxn ang="0">
                      <a:pos x="csX468" y="csY468"/>
                    </a:cxn>
                    <a:cxn ang="0">
                      <a:pos x="csX469" y="csY469"/>
                    </a:cxn>
                    <a:cxn ang="0">
                      <a:pos x="csX470" y="csY470"/>
                    </a:cxn>
                    <a:cxn ang="0">
                      <a:pos x="csX471" y="csY471"/>
                    </a:cxn>
                    <a:cxn ang="0">
                      <a:pos x="csX472" y="csY472"/>
                    </a:cxn>
                    <a:cxn ang="0">
                      <a:pos x="csX473" y="csY473"/>
                    </a:cxn>
                    <a:cxn ang="0">
                      <a:pos x="csX474" y="csY474"/>
                    </a:cxn>
                    <a:cxn ang="0">
                      <a:pos x="csX475" y="csY475"/>
                    </a:cxn>
                    <a:cxn ang="0">
                      <a:pos x="csX476" y="csY476"/>
                    </a:cxn>
                    <a:cxn ang="0">
                      <a:pos x="csX477" y="csY477"/>
                    </a:cxn>
                    <a:cxn ang="0">
                      <a:pos x="csX478" y="csY478"/>
                    </a:cxn>
                    <a:cxn ang="0">
                      <a:pos x="csX479" y="csY479"/>
                    </a:cxn>
                    <a:cxn ang="0">
                      <a:pos x="csX480" y="csY480"/>
                    </a:cxn>
                    <a:cxn ang="0">
                      <a:pos x="csX481" y="csY481"/>
                    </a:cxn>
                    <a:cxn ang="0">
                      <a:pos x="csX482" y="csY482"/>
                    </a:cxn>
                    <a:cxn ang="0">
                      <a:pos x="csX483" y="csY483"/>
                    </a:cxn>
                    <a:cxn ang="0">
                      <a:pos x="csX484" y="csY484"/>
                    </a:cxn>
                    <a:cxn ang="0">
                      <a:pos x="csX485" y="csY485"/>
                    </a:cxn>
                    <a:cxn ang="0">
                      <a:pos x="csX486" y="csY486"/>
                    </a:cxn>
                    <a:cxn ang="0">
                      <a:pos x="csX487" y="csY487"/>
                    </a:cxn>
                    <a:cxn ang="0">
                      <a:pos x="csX488" y="csY488"/>
                    </a:cxn>
                    <a:cxn ang="0">
                      <a:pos x="csX489" y="csY489"/>
                    </a:cxn>
                    <a:cxn ang="0">
                      <a:pos x="csX490" y="csY490"/>
                    </a:cxn>
                    <a:cxn ang="0">
                      <a:pos x="csX491" y="csY491"/>
                    </a:cxn>
                    <a:cxn ang="0">
                      <a:pos x="csX492" y="csY492"/>
                    </a:cxn>
                    <a:cxn ang="0">
                      <a:pos x="csX493" y="csY493"/>
                    </a:cxn>
                    <a:cxn ang="0">
                      <a:pos x="csX494" y="csY494"/>
                    </a:cxn>
                    <a:cxn ang="0">
                      <a:pos x="csX495" y="csY495"/>
                    </a:cxn>
                    <a:cxn ang="0">
                      <a:pos x="csX496" y="csY496"/>
                    </a:cxn>
                    <a:cxn ang="0">
                      <a:pos x="csX497" y="csY497"/>
                    </a:cxn>
                    <a:cxn ang="0">
                      <a:pos x="csX498" y="csY498"/>
                    </a:cxn>
                    <a:cxn ang="0">
                      <a:pos x="csX499" y="csY499"/>
                    </a:cxn>
                    <a:cxn ang="0">
                      <a:pos x="csX500" y="csY500"/>
                    </a:cxn>
                    <a:cxn ang="0">
                      <a:pos x="csX501" y="csY501"/>
                    </a:cxn>
                    <a:cxn ang="0">
                      <a:pos x="csX502" y="csY502"/>
                    </a:cxn>
                    <a:cxn ang="0">
                      <a:pos x="csX503" y="csY503"/>
                    </a:cxn>
                    <a:cxn ang="0">
                      <a:pos x="csX504" y="csY504"/>
                    </a:cxn>
                    <a:cxn ang="0">
                      <a:pos x="csX505" y="csY505"/>
                    </a:cxn>
                    <a:cxn ang="0">
                      <a:pos x="csX506" y="csY506"/>
                    </a:cxn>
                    <a:cxn ang="0">
                      <a:pos x="csX507" y="csY507"/>
                    </a:cxn>
                    <a:cxn ang="0">
                      <a:pos x="csX508" y="csY508"/>
                    </a:cxn>
                    <a:cxn ang="0">
                      <a:pos x="csX509" y="csY509"/>
                    </a:cxn>
                    <a:cxn ang="0">
                      <a:pos x="csX510" y="csY510"/>
                    </a:cxn>
                    <a:cxn ang="0">
                      <a:pos x="csX511" y="csY511"/>
                    </a:cxn>
                    <a:cxn ang="0">
                      <a:pos x="csX512" y="csY512"/>
                    </a:cxn>
                    <a:cxn ang="0">
                      <a:pos x="csX513" y="csY513"/>
                    </a:cxn>
                    <a:cxn ang="0">
                      <a:pos x="csX514" y="csY514"/>
                    </a:cxn>
                    <a:cxn ang="0">
                      <a:pos x="csX515" y="csY515"/>
                    </a:cxn>
                    <a:cxn ang="0">
                      <a:pos x="csX516" y="csY516"/>
                    </a:cxn>
                    <a:cxn ang="0">
                      <a:pos x="csX517" y="csY517"/>
                    </a:cxn>
                    <a:cxn ang="0">
                      <a:pos x="csX518" y="csY518"/>
                    </a:cxn>
                    <a:cxn ang="0">
                      <a:pos x="csX519" y="csY519"/>
                    </a:cxn>
                    <a:cxn ang="0">
                      <a:pos x="csX520" y="csY520"/>
                    </a:cxn>
                    <a:cxn ang="0">
                      <a:pos x="csX521" y="csY521"/>
                    </a:cxn>
                    <a:cxn ang="0">
                      <a:pos x="csX522" y="csY522"/>
                    </a:cxn>
                    <a:cxn ang="0">
                      <a:pos x="csX523" y="csY523"/>
                    </a:cxn>
                    <a:cxn ang="0">
                      <a:pos x="csX524" y="csY524"/>
                    </a:cxn>
                    <a:cxn ang="0">
                      <a:pos x="csX525" y="csY525"/>
                    </a:cxn>
                    <a:cxn ang="0">
                      <a:pos x="csX526" y="csY526"/>
                    </a:cxn>
                    <a:cxn ang="0">
                      <a:pos x="csX527" y="csY527"/>
                    </a:cxn>
                    <a:cxn ang="0">
                      <a:pos x="csX528" y="csY528"/>
                    </a:cxn>
                    <a:cxn ang="0">
                      <a:pos x="csX529" y="csY529"/>
                    </a:cxn>
                    <a:cxn ang="0">
                      <a:pos x="csX530" y="csY530"/>
                    </a:cxn>
                    <a:cxn ang="0">
                      <a:pos x="csX531" y="csY531"/>
                    </a:cxn>
                    <a:cxn ang="0">
                      <a:pos x="csX532" y="csY532"/>
                    </a:cxn>
                    <a:cxn ang="0">
                      <a:pos x="csX533" y="csY533"/>
                    </a:cxn>
                    <a:cxn ang="0">
                      <a:pos x="csX534" y="csY534"/>
                    </a:cxn>
                    <a:cxn ang="0">
                      <a:pos x="csX535" y="csY535"/>
                    </a:cxn>
                    <a:cxn ang="0">
                      <a:pos x="csX536" y="csY536"/>
                    </a:cxn>
                    <a:cxn ang="0">
                      <a:pos x="csX537" y="csY537"/>
                    </a:cxn>
                    <a:cxn ang="0">
                      <a:pos x="csX538" y="csY538"/>
                    </a:cxn>
                    <a:cxn ang="0">
                      <a:pos x="csX539" y="csY539"/>
                    </a:cxn>
                    <a:cxn ang="0">
                      <a:pos x="csX540" y="csY540"/>
                    </a:cxn>
                    <a:cxn ang="0">
                      <a:pos x="csX541" y="csY541"/>
                    </a:cxn>
                    <a:cxn ang="0">
                      <a:pos x="csX542" y="csY542"/>
                    </a:cxn>
                    <a:cxn ang="0">
                      <a:pos x="csX543" y="csY543"/>
                    </a:cxn>
                    <a:cxn ang="0">
                      <a:pos x="csX544" y="csY544"/>
                    </a:cxn>
                    <a:cxn ang="0">
                      <a:pos x="csX545" y="csY545"/>
                    </a:cxn>
                    <a:cxn ang="0">
                      <a:pos x="csX546" y="csY546"/>
                    </a:cxn>
                    <a:cxn ang="0">
                      <a:pos x="csX547" y="csY547"/>
                    </a:cxn>
                    <a:cxn ang="0">
                      <a:pos x="csX548" y="csY548"/>
                    </a:cxn>
                    <a:cxn ang="0">
                      <a:pos x="csX549" y="csY549"/>
                    </a:cxn>
                    <a:cxn ang="0">
                      <a:pos x="csX550" y="csY550"/>
                    </a:cxn>
                    <a:cxn ang="0">
                      <a:pos x="csX551" y="csY551"/>
                    </a:cxn>
                    <a:cxn ang="0">
                      <a:pos x="csX552" y="csY552"/>
                    </a:cxn>
                    <a:cxn ang="0">
                      <a:pos x="csX553" y="csY553"/>
                    </a:cxn>
                    <a:cxn ang="0">
                      <a:pos x="csX554" y="csY554"/>
                    </a:cxn>
                    <a:cxn ang="0">
                      <a:pos x="csX555" y="csY555"/>
                    </a:cxn>
                    <a:cxn ang="0">
                      <a:pos x="csX556" y="csY556"/>
                    </a:cxn>
                    <a:cxn ang="0">
                      <a:pos x="csX557" y="csY557"/>
                    </a:cxn>
                    <a:cxn ang="0">
                      <a:pos x="csX558" y="csY558"/>
                    </a:cxn>
                    <a:cxn ang="0">
                      <a:pos x="csX559" y="csY559"/>
                    </a:cxn>
                    <a:cxn ang="0">
                      <a:pos x="csX560" y="csY560"/>
                    </a:cxn>
                    <a:cxn ang="0">
                      <a:pos x="csX561" y="csY561"/>
                    </a:cxn>
                    <a:cxn ang="0">
                      <a:pos x="csX562" y="csY562"/>
                    </a:cxn>
                    <a:cxn ang="0">
                      <a:pos x="csX563" y="csY563"/>
                    </a:cxn>
                    <a:cxn ang="0">
                      <a:pos x="csX564" y="csY564"/>
                    </a:cxn>
                    <a:cxn ang="0">
                      <a:pos x="csX565" y="csY565"/>
                    </a:cxn>
                    <a:cxn ang="0">
                      <a:pos x="csX566" y="csY566"/>
                    </a:cxn>
                    <a:cxn ang="0">
                      <a:pos x="csX567" y="csY567"/>
                    </a:cxn>
                    <a:cxn ang="0">
                      <a:pos x="csX568" y="csY568"/>
                    </a:cxn>
                    <a:cxn ang="0">
                      <a:pos x="csX569" y="csY569"/>
                    </a:cxn>
                    <a:cxn ang="0">
                      <a:pos x="csX570" y="csY570"/>
                    </a:cxn>
                    <a:cxn ang="0">
                      <a:pos x="csX571" y="csY571"/>
                    </a:cxn>
                    <a:cxn ang="0">
                      <a:pos x="csX572" y="csY572"/>
                    </a:cxn>
                    <a:cxn ang="0">
                      <a:pos x="csX573" y="csY573"/>
                    </a:cxn>
                    <a:cxn ang="0">
                      <a:pos x="csX574" y="csY574"/>
                    </a:cxn>
                    <a:cxn ang="0">
                      <a:pos x="csX575" y="csY575"/>
                    </a:cxn>
                    <a:cxn ang="0">
                      <a:pos x="csX576" y="csY576"/>
                    </a:cxn>
                    <a:cxn ang="0">
                      <a:pos x="csX577" y="csY577"/>
                    </a:cxn>
                    <a:cxn ang="0">
                      <a:pos x="csX578" y="csY578"/>
                    </a:cxn>
                    <a:cxn ang="0">
                      <a:pos x="csX579" y="csY579"/>
                    </a:cxn>
                    <a:cxn ang="0">
                      <a:pos x="csX580" y="csY580"/>
                    </a:cxn>
                    <a:cxn ang="0">
                      <a:pos x="csX581" y="csY581"/>
                    </a:cxn>
                    <a:cxn ang="0">
                      <a:pos x="csX582" y="csY582"/>
                    </a:cxn>
                    <a:cxn ang="0">
                      <a:pos x="csX583" y="csY583"/>
                    </a:cxn>
                    <a:cxn ang="0">
                      <a:pos x="csX584" y="csY584"/>
                    </a:cxn>
                    <a:cxn ang="0">
                      <a:pos x="csX585" y="csY585"/>
                    </a:cxn>
                    <a:cxn ang="0">
                      <a:pos x="csX586" y="csY586"/>
                    </a:cxn>
                    <a:cxn ang="0">
                      <a:pos x="csX587" y="csY587"/>
                    </a:cxn>
                    <a:cxn ang="0">
                      <a:pos x="csX588" y="csY588"/>
                    </a:cxn>
                    <a:cxn ang="0">
                      <a:pos x="csX589" y="csY589"/>
                    </a:cxn>
                    <a:cxn ang="0">
                      <a:pos x="csX590" y="csY590"/>
                    </a:cxn>
                    <a:cxn ang="0">
                      <a:pos x="csX591" y="csY591"/>
                    </a:cxn>
                    <a:cxn ang="0">
                      <a:pos x="csX592" y="csY592"/>
                    </a:cxn>
                    <a:cxn ang="0">
                      <a:pos x="csX593" y="csY593"/>
                    </a:cxn>
                    <a:cxn ang="0">
                      <a:pos x="csX594" y="csY594"/>
                    </a:cxn>
                    <a:cxn ang="0">
                      <a:pos x="csX595" y="csY595"/>
                    </a:cxn>
                    <a:cxn ang="0">
                      <a:pos x="csX596" y="csY596"/>
                    </a:cxn>
                    <a:cxn ang="0">
                      <a:pos x="csX597" y="csY597"/>
                    </a:cxn>
                    <a:cxn ang="0">
                      <a:pos x="csX598" y="csY598"/>
                    </a:cxn>
                    <a:cxn ang="0">
                      <a:pos x="csX599" y="csY599"/>
                    </a:cxn>
                    <a:cxn ang="0">
                      <a:pos x="csX600" y="csY600"/>
                    </a:cxn>
                    <a:cxn ang="0">
                      <a:pos x="csX601" y="csY601"/>
                    </a:cxn>
                    <a:cxn ang="0">
                      <a:pos x="csX602" y="csY602"/>
                    </a:cxn>
                    <a:cxn ang="0">
                      <a:pos x="csX603" y="csY603"/>
                    </a:cxn>
                    <a:cxn ang="0">
                      <a:pos x="csX604" y="csY604"/>
                    </a:cxn>
                    <a:cxn ang="0">
                      <a:pos x="csX605" y="csY605"/>
                    </a:cxn>
                    <a:cxn ang="0">
                      <a:pos x="csX606" y="csY606"/>
                    </a:cxn>
                    <a:cxn ang="0">
                      <a:pos x="csX607" y="csY607"/>
                    </a:cxn>
                    <a:cxn ang="0">
                      <a:pos x="csX608" y="csY608"/>
                    </a:cxn>
                    <a:cxn ang="0">
                      <a:pos x="csX609" y="csY609"/>
                    </a:cxn>
                    <a:cxn ang="0">
                      <a:pos x="csX610" y="csY610"/>
                    </a:cxn>
                    <a:cxn ang="0">
                      <a:pos x="csX611" y="csY611"/>
                    </a:cxn>
                    <a:cxn ang="0">
                      <a:pos x="csX612" y="csY612"/>
                    </a:cxn>
                    <a:cxn ang="0">
                      <a:pos x="csX613" y="csY613"/>
                    </a:cxn>
                    <a:cxn ang="0">
                      <a:pos x="csX614" y="csY614"/>
                    </a:cxn>
                    <a:cxn ang="0">
                      <a:pos x="csX615" y="csY615"/>
                    </a:cxn>
                    <a:cxn ang="0">
                      <a:pos x="csX616" y="csY616"/>
                    </a:cxn>
                    <a:cxn ang="0">
                      <a:pos x="csX617" y="csY617"/>
                    </a:cxn>
                    <a:cxn ang="0">
                      <a:pos x="csX618" y="csY618"/>
                    </a:cxn>
                    <a:cxn ang="0">
                      <a:pos x="csX619" y="csY619"/>
                    </a:cxn>
                    <a:cxn ang="0">
                      <a:pos x="csX620" y="csY620"/>
                    </a:cxn>
                    <a:cxn ang="0">
                      <a:pos x="csX621" y="csY621"/>
                    </a:cxn>
                    <a:cxn ang="0">
                      <a:pos x="csX622" y="csY622"/>
                    </a:cxn>
                    <a:cxn ang="0">
                      <a:pos x="csX623" y="csY623"/>
                    </a:cxn>
                    <a:cxn ang="0">
                      <a:pos x="csX624" y="csY624"/>
                    </a:cxn>
                    <a:cxn ang="0">
                      <a:pos x="csX625" y="csY625"/>
                    </a:cxn>
                    <a:cxn ang="0">
                      <a:pos x="csX626" y="csY626"/>
                    </a:cxn>
                    <a:cxn ang="0">
                      <a:pos x="csX627" y="csY627"/>
                    </a:cxn>
                    <a:cxn ang="0">
                      <a:pos x="csX628" y="csY628"/>
                    </a:cxn>
                    <a:cxn ang="0">
                      <a:pos x="csX629" y="csY629"/>
                    </a:cxn>
                    <a:cxn ang="0">
                      <a:pos x="csX630" y="csY630"/>
                    </a:cxn>
                    <a:cxn ang="0">
                      <a:pos x="csX631" y="csY631"/>
                    </a:cxn>
                    <a:cxn ang="0">
                      <a:pos x="csX632" y="csY632"/>
                    </a:cxn>
                    <a:cxn ang="0">
                      <a:pos x="csX633" y="csY633"/>
                    </a:cxn>
                    <a:cxn ang="0">
                      <a:pos x="csX634" y="csY634"/>
                    </a:cxn>
                    <a:cxn ang="0">
                      <a:pos x="csX635" y="csY635"/>
                    </a:cxn>
                    <a:cxn ang="0">
                      <a:pos x="csX636" y="csY636"/>
                    </a:cxn>
                    <a:cxn ang="0">
                      <a:pos x="csX637" y="csY637"/>
                    </a:cxn>
                    <a:cxn ang="0">
                      <a:pos x="csX638" y="csY638"/>
                    </a:cxn>
                    <a:cxn ang="0">
                      <a:pos x="csX639" y="csY639"/>
                    </a:cxn>
                    <a:cxn ang="0">
                      <a:pos x="csX640" y="csY640"/>
                    </a:cxn>
                    <a:cxn ang="0">
                      <a:pos x="csX641" y="csY641"/>
                    </a:cxn>
                    <a:cxn ang="0">
                      <a:pos x="csX642" y="csY642"/>
                    </a:cxn>
                    <a:cxn ang="0">
                      <a:pos x="csX643" y="csY643"/>
                    </a:cxn>
                    <a:cxn ang="0">
                      <a:pos x="csX644" y="csY644"/>
                    </a:cxn>
                    <a:cxn ang="0">
                      <a:pos x="csX645" y="csY645"/>
                    </a:cxn>
                    <a:cxn ang="0">
                      <a:pos x="csX646" y="csY646"/>
                    </a:cxn>
                    <a:cxn ang="0">
                      <a:pos x="csX647" y="csY647"/>
                    </a:cxn>
                    <a:cxn ang="0">
                      <a:pos x="csX648" y="csY648"/>
                    </a:cxn>
                    <a:cxn ang="0">
                      <a:pos x="csX649" y="csY649"/>
                    </a:cxn>
                    <a:cxn ang="0">
                      <a:pos x="csX650" y="csY650"/>
                    </a:cxn>
                    <a:cxn ang="0">
                      <a:pos x="csX651" y="csY651"/>
                    </a:cxn>
                    <a:cxn ang="0">
                      <a:pos x="csX652" y="csY652"/>
                    </a:cxn>
                    <a:cxn ang="0">
                      <a:pos x="csX653" y="csY653"/>
                    </a:cxn>
                    <a:cxn ang="0">
                      <a:pos x="csX654" y="csY654"/>
                    </a:cxn>
                    <a:cxn ang="0">
                      <a:pos x="csX655" y="csY655"/>
                    </a:cxn>
                    <a:cxn ang="0">
                      <a:pos x="csX656" y="csY656"/>
                    </a:cxn>
                    <a:cxn ang="0">
                      <a:pos x="csX657" y="csY657"/>
                    </a:cxn>
                    <a:cxn ang="0">
                      <a:pos x="csX658" y="csY658"/>
                    </a:cxn>
                    <a:cxn ang="0">
                      <a:pos x="csX659" y="csY659"/>
                    </a:cxn>
                    <a:cxn ang="0">
                      <a:pos x="csX660" y="csY660"/>
                    </a:cxn>
                    <a:cxn ang="0">
                      <a:pos x="csX661" y="csY661"/>
                    </a:cxn>
                    <a:cxn ang="0">
                      <a:pos x="csX662" y="csY662"/>
                    </a:cxn>
                    <a:cxn ang="0">
                      <a:pos x="csX663" y="csY663"/>
                    </a:cxn>
                    <a:cxn ang="0">
                      <a:pos x="csX664" y="csY664"/>
                    </a:cxn>
                    <a:cxn ang="0">
                      <a:pos x="csX665" y="csY665"/>
                    </a:cxn>
                    <a:cxn ang="0">
                      <a:pos x="csX666" y="csY666"/>
                    </a:cxn>
                    <a:cxn ang="0">
                      <a:pos x="csX667" y="csY667"/>
                    </a:cxn>
                    <a:cxn ang="0">
                      <a:pos x="csX668" y="csY668"/>
                    </a:cxn>
                    <a:cxn ang="0">
                      <a:pos x="csX669" y="csY669"/>
                    </a:cxn>
                    <a:cxn ang="0">
                      <a:pos x="csX670" y="csY670"/>
                    </a:cxn>
                    <a:cxn ang="0">
                      <a:pos x="csX671" y="csY671"/>
                    </a:cxn>
                    <a:cxn ang="0">
                      <a:pos x="csX672" y="csY672"/>
                    </a:cxn>
                    <a:cxn ang="0">
                      <a:pos x="csX673" y="csY673"/>
                    </a:cxn>
                    <a:cxn ang="0">
                      <a:pos x="csX674" y="csY674"/>
                    </a:cxn>
                    <a:cxn ang="0">
                      <a:pos x="csX675" y="csY675"/>
                    </a:cxn>
                    <a:cxn ang="0">
                      <a:pos x="csX676" y="csY676"/>
                    </a:cxn>
                    <a:cxn ang="0">
                      <a:pos x="csX677" y="csY677"/>
                    </a:cxn>
                    <a:cxn ang="0">
                      <a:pos x="csX678" y="csY678"/>
                    </a:cxn>
                    <a:cxn ang="0">
                      <a:pos x="csX679" y="csY679"/>
                    </a:cxn>
                    <a:cxn ang="0">
                      <a:pos x="csX680" y="csY680"/>
                    </a:cxn>
                    <a:cxn ang="0">
                      <a:pos x="csX681" y="csY681"/>
                    </a:cxn>
                    <a:cxn ang="0">
                      <a:pos x="csX682" y="csY682"/>
                    </a:cxn>
                    <a:cxn ang="0">
                      <a:pos x="csX683" y="csY683"/>
                    </a:cxn>
                    <a:cxn ang="0">
                      <a:pos x="csX684" y="csY684"/>
                    </a:cxn>
                    <a:cxn ang="0">
                      <a:pos x="csX685" y="csY685"/>
                    </a:cxn>
                    <a:cxn ang="0">
                      <a:pos x="csX686" y="csY686"/>
                    </a:cxn>
                    <a:cxn ang="0">
                      <a:pos x="csX687" y="csY687"/>
                    </a:cxn>
                    <a:cxn ang="0">
                      <a:pos x="csX688" y="csY688"/>
                    </a:cxn>
                    <a:cxn ang="0">
                      <a:pos x="csX689" y="csY689"/>
                    </a:cxn>
                    <a:cxn ang="0">
                      <a:pos x="csX690" y="csY690"/>
                    </a:cxn>
                    <a:cxn ang="0">
                      <a:pos x="csX691" y="csY691"/>
                    </a:cxn>
                    <a:cxn ang="0">
                      <a:pos x="csX692" y="csY692"/>
                    </a:cxn>
                    <a:cxn ang="0">
                      <a:pos x="csX693" y="csY693"/>
                    </a:cxn>
                    <a:cxn ang="0">
                      <a:pos x="csX694" y="csY694"/>
                    </a:cxn>
                    <a:cxn ang="0">
                      <a:pos x="csX695" y="csY695"/>
                    </a:cxn>
                    <a:cxn ang="0">
                      <a:pos x="csX696" y="csY696"/>
                    </a:cxn>
                    <a:cxn ang="0">
                      <a:pos x="csX697" y="csY697"/>
                    </a:cxn>
                    <a:cxn ang="0">
                      <a:pos x="csX698" y="csY698"/>
                    </a:cxn>
                    <a:cxn ang="0">
                      <a:pos x="csX699" y="csY699"/>
                    </a:cxn>
                    <a:cxn ang="0">
                      <a:pos x="csX700" y="csY700"/>
                    </a:cxn>
                    <a:cxn ang="0">
                      <a:pos x="csX701" y="csY701"/>
                    </a:cxn>
                    <a:cxn ang="0">
                      <a:pos x="csX702" y="csY702"/>
                    </a:cxn>
                    <a:cxn ang="0">
                      <a:pos x="csX703" y="csY703"/>
                    </a:cxn>
                    <a:cxn ang="0">
                      <a:pos x="csX704" y="csY704"/>
                    </a:cxn>
                    <a:cxn ang="0">
                      <a:pos x="csX705" y="csY705"/>
                    </a:cxn>
                    <a:cxn ang="0">
                      <a:pos x="csX706" y="csY706"/>
                    </a:cxn>
                    <a:cxn ang="0">
                      <a:pos x="csX707" y="csY707"/>
                    </a:cxn>
                    <a:cxn ang="0">
                      <a:pos x="csX708" y="csY708"/>
                    </a:cxn>
                    <a:cxn ang="0">
                      <a:pos x="csX709" y="csY709"/>
                    </a:cxn>
                    <a:cxn ang="0">
                      <a:pos x="csX710" y="csY710"/>
                    </a:cxn>
                    <a:cxn ang="0">
                      <a:pos x="csX711" y="csY711"/>
                    </a:cxn>
                    <a:cxn ang="0">
                      <a:pos x="csX712" y="csY712"/>
                    </a:cxn>
                    <a:cxn ang="0">
                      <a:pos x="csX713" y="csY713"/>
                    </a:cxn>
                    <a:cxn ang="0">
                      <a:pos x="csX714" y="csY714"/>
                    </a:cxn>
                    <a:cxn ang="0">
                      <a:pos x="csX715" y="csY715"/>
                    </a:cxn>
                    <a:cxn ang="0">
                      <a:pos x="csX716" y="csY716"/>
                    </a:cxn>
                    <a:cxn ang="0">
                      <a:pos x="csX717" y="csY717"/>
                    </a:cxn>
                    <a:cxn ang="0">
                      <a:pos x="csX718" y="csY718"/>
                    </a:cxn>
                    <a:cxn ang="0">
                      <a:pos x="csX719" y="csY719"/>
                    </a:cxn>
                    <a:cxn ang="0">
                      <a:pos x="csX720" y="csY720"/>
                    </a:cxn>
                    <a:cxn ang="0">
                      <a:pos x="csX721" y="csY721"/>
                    </a:cxn>
                    <a:cxn ang="0">
                      <a:pos x="csX722" y="csY722"/>
                    </a:cxn>
                    <a:cxn ang="0">
                      <a:pos x="csX723" y="csY723"/>
                    </a:cxn>
                    <a:cxn ang="0">
                      <a:pos x="csX724" y="csY724"/>
                    </a:cxn>
                    <a:cxn ang="0">
                      <a:pos x="csX725" y="csY725"/>
                    </a:cxn>
                    <a:cxn ang="0">
                      <a:pos x="csX726" y="csY726"/>
                    </a:cxn>
                    <a:cxn ang="0">
                      <a:pos x="csX727" y="csY727"/>
                    </a:cxn>
                    <a:cxn ang="0">
                      <a:pos x="csX728" y="csY728"/>
                    </a:cxn>
                    <a:cxn ang="0">
                      <a:pos x="csX729" y="csY729"/>
                    </a:cxn>
                    <a:cxn ang="0">
                      <a:pos x="csX730" y="csY730"/>
                    </a:cxn>
                    <a:cxn ang="0">
                      <a:pos x="csX731" y="csY731"/>
                    </a:cxn>
                    <a:cxn ang="0">
                      <a:pos x="csX732" y="csY732"/>
                    </a:cxn>
                    <a:cxn ang="0">
                      <a:pos x="csX733" y="csY733"/>
                    </a:cxn>
                    <a:cxn ang="0">
                      <a:pos x="csX734" y="csY734"/>
                    </a:cxn>
                    <a:cxn ang="0">
                      <a:pos x="csX735" y="csY735"/>
                    </a:cxn>
                    <a:cxn ang="0">
                      <a:pos x="csX736" y="csY736"/>
                    </a:cxn>
                    <a:cxn ang="0">
                      <a:pos x="csX737" y="csY737"/>
                    </a:cxn>
                    <a:cxn ang="0">
                      <a:pos x="csX738" y="csY738"/>
                    </a:cxn>
                    <a:cxn ang="0">
                      <a:pos x="csX739" y="csY739"/>
                    </a:cxn>
                    <a:cxn ang="0">
                      <a:pos x="csX740" y="csY740"/>
                    </a:cxn>
                    <a:cxn ang="0">
                      <a:pos x="csX741" y="csY741"/>
                    </a:cxn>
                    <a:cxn ang="0">
                      <a:pos x="csX742" y="csY742"/>
                    </a:cxn>
                    <a:cxn ang="0">
                      <a:pos x="csX743" y="csY743"/>
                    </a:cxn>
                    <a:cxn ang="0">
                      <a:pos x="csX744" y="csY744"/>
                    </a:cxn>
                    <a:cxn ang="0">
                      <a:pos x="csX745" y="csY745"/>
                    </a:cxn>
                    <a:cxn ang="0">
                      <a:pos x="csX746" y="csY746"/>
                    </a:cxn>
                    <a:cxn ang="0">
                      <a:pos x="csX747" y="csY747"/>
                    </a:cxn>
                    <a:cxn ang="0">
                      <a:pos x="csX748" y="csY748"/>
                    </a:cxn>
                    <a:cxn ang="0">
                      <a:pos x="csX749" y="csY749"/>
                    </a:cxn>
                    <a:cxn ang="0">
                      <a:pos x="csX750" y="csY750"/>
                    </a:cxn>
                    <a:cxn ang="0">
                      <a:pos x="csX751" y="csY751"/>
                    </a:cxn>
                    <a:cxn ang="0">
                      <a:pos x="csX752" y="csY752"/>
                    </a:cxn>
                    <a:cxn ang="0">
                      <a:pos x="csX753" y="csY753"/>
                    </a:cxn>
                    <a:cxn ang="0">
                      <a:pos x="csX754" y="csY754"/>
                    </a:cxn>
                    <a:cxn ang="0">
                      <a:pos x="csX755" y="csY755"/>
                    </a:cxn>
                    <a:cxn ang="0">
                      <a:pos x="csX756" y="csY756"/>
                    </a:cxn>
                    <a:cxn ang="0">
                      <a:pos x="csX757" y="csY757"/>
                    </a:cxn>
                    <a:cxn ang="0">
                      <a:pos x="csX758" y="csY758"/>
                    </a:cxn>
                    <a:cxn ang="0">
                      <a:pos x="csX759" y="csY759"/>
                    </a:cxn>
                    <a:cxn ang="0">
                      <a:pos x="csX760" y="csY760"/>
                    </a:cxn>
                    <a:cxn ang="0">
                      <a:pos x="csX761" y="csY761"/>
                    </a:cxn>
                    <a:cxn ang="0">
                      <a:pos x="csX762" y="csY762"/>
                    </a:cxn>
                    <a:cxn ang="0">
                      <a:pos x="csX763" y="csY763"/>
                    </a:cxn>
                    <a:cxn ang="0">
                      <a:pos x="csX764" y="csY764"/>
                    </a:cxn>
                    <a:cxn ang="0">
                      <a:pos x="csX765" y="csY765"/>
                    </a:cxn>
                    <a:cxn ang="0">
                      <a:pos x="csX766" y="csY766"/>
                    </a:cxn>
                    <a:cxn ang="0">
                      <a:pos x="csX767" y="csY767"/>
                    </a:cxn>
                    <a:cxn ang="0">
                      <a:pos x="csX768" y="csY768"/>
                    </a:cxn>
                    <a:cxn ang="0">
                      <a:pos x="csX769" y="csY769"/>
                    </a:cxn>
                    <a:cxn ang="0">
                      <a:pos x="csX770" y="csY770"/>
                    </a:cxn>
                    <a:cxn ang="0">
                      <a:pos x="csX771" y="csY771"/>
                    </a:cxn>
                    <a:cxn ang="0">
                      <a:pos x="csX772" y="csY772"/>
                    </a:cxn>
                    <a:cxn ang="0">
                      <a:pos x="csX773" y="csY773"/>
                    </a:cxn>
                    <a:cxn ang="0">
                      <a:pos x="csX774" y="csY774"/>
                    </a:cxn>
                    <a:cxn ang="0">
                      <a:pos x="csX775" y="csY775"/>
                    </a:cxn>
                    <a:cxn ang="0">
                      <a:pos x="csX776" y="csY776"/>
                    </a:cxn>
                    <a:cxn ang="0">
                      <a:pos x="csX777" y="csY777"/>
                    </a:cxn>
                    <a:cxn ang="0">
                      <a:pos x="csX778" y="csY778"/>
                    </a:cxn>
                    <a:cxn ang="0">
                      <a:pos x="csX779" y="csY779"/>
                    </a:cxn>
                    <a:cxn ang="0">
                      <a:pos x="csX780" y="csY780"/>
                    </a:cxn>
                    <a:cxn ang="0">
                      <a:pos x="csX781" y="csY781"/>
                    </a:cxn>
                    <a:cxn ang="0">
                      <a:pos x="csX782" y="csY782"/>
                    </a:cxn>
                    <a:cxn ang="0">
                      <a:pos x="csX783" y="csY783"/>
                    </a:cxn>
                    <a:cxn ang="0">
                      <a:pos x="csX784" y="csY784"/>
                    </a:cxn>
                    <a:cxn ang="0">
                      <a:pos x="csX785" y="csY785"/>
                    </a:cxn>
                    <a:cxn ang="0">
                      <a:pos x="csX786" y="csY786"/>
                    </a:cxn>
                    <a:cxn ang="0">
                      <a:pos x="csX787" y="csY787"/>
                    </a:cxn>
                    <a:cxn ang="0">
                      <a:pos x="csX788" y="csY788"/>
                    </a:cxn>
                    <a:cxn ang="0">
                      <a:pos x="csX789" y="csY789"/>
                    </a:cxn>
                    <a:cxn ang="0">
                      <a:pos x="csX790" y="csY790"/>
                    </a:cxn>
                    <a:cxn ang="0">
                      <a:pos x="csX791" y="csY791"/>
                    </a:cxn>
                    <a:cxn ang="0">
                      <a:pos x="csX792" y="csY792"/>
                    </a:cxn>
                    <a:cxn ang="0">
                      <a:pos x="csX793" y="csY793"/>
                    </a:cxn>
                    <a:cxn ang="0">
                      <a:pos x="csX794" y="csY794"/>
                    </a:cxn>
                    <a:cxn ang="0">
                      <a:pos x="csX795" y="csY795"/>
                    </a:cxn>
                    <a:cxn ang="0">
                      <a:pos x="csX796" y="csY796"/>
                    </a:cxn>
                    <a:cxn ang="0">
                      <a:pos x="csX797" y="csY797"/>
                    </a:cxn>
                    <a:cxn ang="0">
                      <a:pos x="csX798" y="csY798"/>
                    </a:cxn>
                    <a:cxn ang="0">
                      <a:pos x="csX799" y="csY799"/>
                    </a:cxn>
                    <a:cxn ang="0">
                      <a:pos x="csX800" y="csY800"/>
                    </a:cxn>
                    <a:cxn ang="0">
                      <a:pos x="csX801" y="csY801"/>
                    </a:cxn>
                    <a:cxn ang="0">
                      <a:pos x="csX802" y="csY802"/>
                    </a:cxn>
                    <a:cxn ang="0">
                      <a:pos x="csX803" y="csY803"/>
                    </a:cxn>
                    <a:cxn ang="0">
                      <a:pos x="csX804" y="csY804"/>
                    </a:cxn>
                    <a:cxn ang="0">
                      <a:pos x="csX805" y="csY805"/>
                    </a:cxn>
                    <a:cxn ang="0">
                      <a:pos x="csX806" y="csY806"/>
                    </a:cxn>
                    <a:cxn ang="0">
                      <a:pos x="csX807" y="csY807"/>
                    </a:cxn>
                    <a:cxn ang="0">
                      <a:pos x="csX808" y="csY808"/>
                    </a:cxn>
                    <a:cxn ang="0">
                      <a:pos x="csX809" y="csY809"/>
                    </a:cxn>
                    <a:cxn ang="0">
                      <a:pos x="csX810" y="csY810"/>
                    </a:cxn>
                    <a:cxn ang="0">
                      <a:pos x="csX811" y="csY811"/>
                    </a:cxn>
                    <a:cxn ang="0">
                      <a:pos x="csX812" y="csY812"/>
                    </a:cxn>
                    <a:cxn ang="0">
                      <a:pos x="csX813" y="csY813"/>
                    </a:cxn>
                    <a:cxn ang="0">
                      <a:pos x="csX814" y="csY814"/>
                    </a:cxn>
                    <a:cxn ang="0">
                      <a:pos x="csX815" y="csY815"/>
                    </a:cxn>
                    <a:cxn ang="0">
                      <a:pos x="csX816" y="csY816"/>
                    </a:cxn>
                    <a:cxn ang="0">
                      <a:pos x="csX817" y="csY817"/>
                    </a:cxn>
                    <a:cxn ang="0">
                      <a:pos x="csX818" y="csY818"/>
                    </a:cxn>
                    <a:cxn ang="0">
                      <a:pos x="csX819" y="csY819"/>
                    </a:cxn>
                    <a:cxn ang="0">
                      <a:pos x="csX820" y="csY820"/>
                    </a:cxn>
                    <a:cxn ang="0">
                      <a:pos x="csX821" y="csY821"/>
                    </a:cxn>
                    <a:cxn ang="0">
                      <a:pos x="csX822" y="csY822"/>
                    </a:cxn>
                    <a:cxn ang="0">
                      <a:pos x="csX823" y="csY823"/>
                    </a:cxn>
                    <a:cxn ang="0">
                      <a:pos x="csX824" y="csY824"/>
                    </a:cxn>
                    <a:cxn ang="0">
                      <a:pos x="csX825" y="csY825"/>
                    </a:cxn>
                    <a:cxn ang="0">
                      <a:pos x="csX826" y="csY826"/>
                    </a:cxn>
                    <a:cxn ang="0">
                      <a:pos x="csX827" y="csY827"/>
                    </a:cxn>
                    <a:cxn ang="0">
                      <a:pos x="csX828" y="csY828"/>
                    </a:cxn>
                    <a:cxn ang="0">
                      <a:pos x="csX829" y="csY829"/>
                    </a:cxn>
                    <a:cxn ang="0">
                      <a:pos x="csX830" y="csY830"/>
                    </a:cxn>
                    <a:cxn ang="0">
                      <a:pos x="csX831" y="csY831"/>
                    </a:cxn>
                    <a:cxn ang="0">
                      <a:pos x="csX832" y="csY832"/>
                    </a:cxn>
                    <a:cxn ang="0">
                      <a:pos x="csX833" y="csY833"/>
                    </a:cxn>
                    <a:cxn ang="0">
                      <a:pos x="csX834" y="csY834"/>
                    </a:cxn>
                    <a:cxn ang="0">
                      <a:pos x="csX835" y="csY835"/>
                    </a:cxn>
                    <a:cxn ang="0">
                      <a:pos x="csX836" y="csY836"/>
                    </a:cxn>
                    <a:cxn ang="0">
                      <a:pos x="csX837" y="csY837"/>
                    </a:cxn>
                    <a:cxn ang="0">
                      <a:pos x="csX838" y="csY838"/>
                    </a:cxn>
                    <a:cxn ang="0">
                      <a:pos x="csX839" y="csY839"/>
                    </a:cxn>
                    <a:cxn ang="0">
                      <a:pos x="csX840" y="csY840"/>
                    </a:cxn>
                    <a:cxn ang="0">
                      <a:pos x="csX841" y="csY841"/>
                    </a:cxn>
                    <a:cxn ang="0">
                      <a:pos x="csX842" y="csY842"/>
                    </a:cxn>
                    <a:cxn ang="0">
                      <a:pos x="csX843" y="csY843"/>
                    </a:cxn>
                    <a:cxn ang="0">
                      <a:pos x="csX844" y="csY844"/>
                    </a:cxn>
                    <a:cxn ang="0">
                      <a:pos x="csX845" y="csY845"/>
                    </a:cxn>
                    <a:cxn ang="0">
                      <a:pos x="csX846" y="csY846"/>
                    </a:cxn>
                    <a:cxn ang="0">
                      <a:pos x="csX847" y="csY847"/>
                    </a:cxn>
                    <a:cxn ang="0">
                      <a:pos x="csX848" y="csY848"/>
                    </a:cxn>
                    <a:cxn ang="0">
                      <a:pos x="csX849" y="csY849"/>
                    </a:cxn>
                    <a:cxn ang="0">
                      <a:pos x="csX850" y="csY850"/>
                    </a:cxn>
                    <a:cxn ang="0">
                      <a:pos x="csX851" y="csY851"/>
                    </a:cxn>
                    <a:cxn ang="0">
                      <a:pos x="csX852" y="csY852"/>
                    </a:cxn>
                    <a:cxn ang="0">
                      <a:pos x="csX853" y="csY853"/>
                    </a:cxn>
                    <a:cxn ang="0">
                      <a:pos x="csX854" y="csY854"/>
                    </a:cxn>
                    <a:cxn ang="0">
                      <a:pos x="csX855" y="csY855"/>
                    </a:cxn>
                    <a:cxn ang="0">
                      <a:pos x="csX856" y="csY856"/>
                    </a:cxn>
                    <a:cxn ang="0">
                      <a:pos x="csX857" y="csY857"/>
                    </a:cxn>
                    <a:cxn ang="0">
                      <a:pos x="csX858" y="csY858"/>
                    </a:cxn>
                    <a:cxn ang="0">
                      <a:pos x="csX859" y="csY859"/>
                    </a:cxn>
                    <a:cxn ang="0">
                      <a:pos x="csX860" y="csY860"/>
                    </a:cxn>
                    <a:cxn ang="0">
                      <a:pos x="csX861" y="csY861"/>
                    </a:cxn>
                    <a:cxn ang="0">
                      <a:pos x="csX862" y="csY862"/>
                    </a:cxn>
                    <a:cxn ang="0">
                      <a:pos x="csX863" y="csY863"/>
                    </a:cxn>
                    <a:cxn ang="0">
                      <a:pos x="csX864" y="csY864"/>
                    </a:cxn>
                    <a:cxn ang="0">
                      <a:pos x="csX865" y="csY865"/>
                    </a:cxn>
                    <a:cxn ang="0">
                      <a:pos x="csX866" y="csY866"/>
                    </a:cxn>
                    <a:cxn ang="0">
                      <a:pos x="csX867" y="csY867"/>
                    </a:cxn>
                    <a:cxn ang="0">
                      <a:pos x="csX868" y="csY868"/>
                    </a:cxn>
                    <a:cxn ang="0">
                      <a:pos x="csX869" y="csY869"/>
                    </a:cxn>
                    <a:cxn ang="0">
                      <a:pos x="csX870" y="csY870"/>
                    </a:cxn>
                    <a:cxn ang="0">
                      <a:pos x="csX871" y="csY871"/>
                    </a:cxn>
                    <a:cxn ang="0">
                      <a:pos x="csX872" y="csY872"/>
                    </a:cxn>
                    <a:cxn ang="0">
                      <a:pos x="csX873" y="csY873"/>
                    </a:cxn>
                    <a:cxn ang="0">
                      <a:pos x="csX874" y="csY874"/>
                    </a:cxn>
                    <a:cxn ang="0">
                      <a:pos x="csX875" y="csY875"/>
                    </a:cxn>
                    <a:cxn ang="0">
                      <a:pos x="csX876" y="csY876"/>
                    </a:cxn>
                    <a:cxn ang="0">
                      <a:pos x="csX877" y="csY877"/>
                    </a:cxn>
                    <a:cxn ang="0">
                      <a:pos x="csX878" y="csY878"/>
                    </a:cxn>
                    <a:cxn ang="0">
                      <a:pos x="csX879" y="csY879"/>
                    </a:cxn>
                    <a:cxn ang="0">
                      <a:pos x="csX880" y="csY880"/>
                    </a:cxn>
                    <a:cxn ang="0">
                      <a:pos x="csX881" y="csY881"/>
                    </a:cxn>
                    <a:cxn ang="0">
                      <a:pos x="csX882" y="csY882"/>
                    </a:cxn>
                    <a:cxn ang="0">
                      <a:pos x="csX883" y="csY883"/>
                    </a:cxn>
                    <a:cxn ang="0">
                      <a:pos x="csX884" y="csY884"/>
                    </a:cxn>
                    <a:cxn ang="0">
                      <a:pos x="csX885" y="csY885"/>
                    </a:cxn>
                    <a:cxn ang="0">
                      <a:pos x="csX886" y="csY886"/>
                    </a:cxn>
                    <a:cxn ang="0">
                      <a:pos x="csX887" y="csY887"/>
                    </a:cxn>
                    <a:cxn ang="0">
                      <a:pos x="csX888" y="csY888"/>
                    </a:cxn>
                    <a:cxn ang="0">
                      <a:pos x="csX889" y="csY889"/>
                    </a:cxn>
                    <a:cxn ang="0">
                      <a:pos x="csX890" y="csY890"/>
                    </a:cxn>
                    <a:cxn ang="0">
                      <a:pos x="csX891" y="csY891"/>
                    </a:cxn>
                    <a:cxn ang="0">
                      <a:pos x="csX892" y="csY892"/>
                    </a:cxn>
                    <a:cxn ang="0">
                      <a:pos x="csX893" y="csY893"/>
                    </a:cxn>
                    <a:cxn ang="0">
                      <a:pos x="csX894" y="csY894"/>
                    </a:cxn>
                    <a:cxn ang="0">
                      <a:pos x="csX895" y="csY895"/>
                    </a:cxn>
                    <a:cxn ang="0">
                      <a:pos x="csX896" y="csY896"/>
                    </a:cxn>
                    <a:cxn ang="0">
                      <a:pos x="csX897" y="csY897"/>
                    </a:cxn>
                    <a:cxn ang="0">
                      <a:pos x="csX898" y="csY898"/>
                    </a:cxn>
                    <a:cxn ang="0">
                      <a:pos x="csX899" y="csY899"/>
                    </a:cxn>
                    <a:cxn ang="0">
                      <a:pos x="csX900" y="csY900"/>
                    </a:cxn>
                    <a:cxn ang="0">
                      <a:pos x="csX901" y="csY901"/>
                    </a:cxn>
                    <a:cxn ang="0">
                      <a:pos x="csX902" y="csY902"/>
                    </a:cxn>
                    <a:cxn ang="0">
                      <a:pos x="csX903" y="csY903"/>
                    </a:cxn>
                    <a:cxn ang="0">
                      <a:pos x="csX904" y="csY904"/>
                    </a:cxn>
                    <a:cxn ang="0">
                      <a:pos x="csX905" y="csY905"/>
                    </a:cxn>
                    <a:cxn ang="0">
                      <a:pos x="csX906" y="csY906"/>
                    </a:cxn>
                    <a:cxn ang="0">
                      <a:pos x="csX907" y="csY907"/>
                    </a:cxn>
                    <a:cxn ang="0">
                      <a:pos x="csX908" y="csY908"/>
                    </a:cxn>
                    <a:cxn ang="0">
                      <a:pos x="csX909" y="csY909"/>
                    </a:cxn>
                    <a:cxn ang="0">
                      <a:pos x="csX910" y="csY910"/>
                    </a:cxn>
                    <a:cxn ang="0">
                      <a:pos x="csX911" y="csY911"/>
                    </a:cxn>
                    <a:cxn ang="0">
                      <a:pos x="csX912" y="csY912"/>
                    </a:cxn>
                    <a:cxn ang="0">
                      <a:pos x="csX913" y="csY913"/>
                    </a:cxn>
                    <a:cxn ang="0">
                      <a:pos x="csX914" y="csY914"/>
                    </a:cxn>
                    <a:cxn ang="0">
                      <a:pos x="csX915" y="csY915"/>
                    </a:cxn>
                    <a:cxn ang="0">
                      <a:pos x="csX916" y="csY916"/>
                    </a:cxn>
                    <a:cxn ang="0">
                      <a:pos x="csX917" y="csY917"/>
                    </a:cxn>
                    <a:cxn ang="0">
                      <a:pos x="csX918" y="csY918"/>
                    </a:cxn>
                    <a:cxn ang="0">
                      <a:pos x="csX919" y="csY919"/>
                    </a:cxn>
                    <a:cxn ang="0">
                      <a:pos x="csX920" y="csY920"/>
                    </a:cxn>
                    <a:cxn ang="0">
                      <a:pos x="csX921" y="csY921"/>
                    </a:cxn>
                    <a:cxn ang="0">
                      <a:pos x="csX922" y="csY922"/>
                    </a:cxn>
                    <a:cxn ang="0">
                      <a:pos x="csX923" y="csY923"/>
                    </a:cxn>
                    <a:cxn ang="0">
                      <a:pos x="csX924" y="csY924"/>
                    </a:cxn>
                    <a:cxn ang="0">
                      <a:pos x="csX925" y="csY925"/>
                    </a:cxn>
                    <a:cxn ang="0">
                      <a:pos x="csX926" y="csY926"/>
                    </a:cxn>
                    <a:cxn ang="0">
                      <a:pos x="csX927" y="csY927"/>
                    </a:cxn>
                    <a:cxn ang="0">
                      <a:pos x="csX928" y="csY928"/>
                    </a:cxn>
                    <a:cxn ang="0">
                      <a:pos x="csX929" y="csY929"/>
                    </a:cxn>
                    <a:cxn ang="0">
                      <a:pos x="csX930" y="csY930"/>
                    </a:cxn>
                    <a:cxn ang="0">
                      <a:pos x="csX931" y="csY931"/>
                    </a:cxn>
                    <a:cxn ang="0">
                      <a:pos x="csX932" y="csY932"/>
                    </a:cxn>
                    <a:cxn ang="0">
                      <a:pos x="csX933" y="csY933"/>
                    </a:cxn>
                    <a:cxn ang="0">
                      <a:pos x="csX934" y="csY934"/>
                    </a:cxn>
                    <a:cxn ang="0">
                      <a:pos x="csX935" y="csY935"/>
                    </a:cxn>
                    <a:cxn ang="0">
                      <a:pos x="csX936" y="csY936"/>
                    </a:cxn>
                    <a:cxn ang="0">
                      <a:pos x="csX937" y="csY937"/>
                    </a:cxn>
                    <a:cxn ang="0">
                      <a:pos x="csX938" y="csY938"/>
                    </a:cxn>
                    <a:cxn ang="0">
                      <a:pos x="csX939" y="csY939"/>
                    </a:cxn>
                    <a:cxn ang="0">
                      <a:pos x="csX940" y="csY940"/>
                    </a:cxn>
                    <a:cxn ang="0">
                      <a:pos x="csX941" y="csY941"/>
                    </a:cxn>
                    <a:cxn ang="0">
                      <a:pos x="csX942" y="csY942"/>
                    </a:cxn>
                    <a:cxn ang="0">
                      <a:pos x="csX943" y="csY943"/>
                    </a:cxn>
                    <a:cxn ang="0">
                      <a:pos x="csX944" y="csY944"/>
                    </a:cxn>
                    <a:cxn ang="0">
                      <a:pos x="csX945" y="csY945"/>
                    </a:cxn>
                    <a:cxn ang="0">
                      <a:pos x="csX946" y="csY946"/>
                    </a:cxn>
                    <a:cxn ang="0">
                      <a:pos x="csX947" y="csY947"/>
                    </a:cxn>
                    <a:cxn ang="0">
                      <a:pos x="csX948" y="csY948"/>
                    </a:cxn>
                    <a:cxn ang="0">
                      <a:pos x="csX949" y="csY949"/>
                    </a:cxn>
                    <a:cxn ang="0">
                      <a:pos x="csX950" y="csY950"/>
                    </a:cxn>
                    <a:cxn ang="0">
                      <a:pos x="csX951" y="csY951"/>
                    </a:cxn>
                    <a:cxn ang="0">
                      <a:pos x="csX952" y="csY952"/>
                    </a:cxn>
                    <a:cxn ang="0">
                      <a:pos x="csX953" y="csY953"/>
                    </a:cxn>
                    <a:cxn ang="0">
                      <a:pos x="csX954" y="csY954"/>
                    </a:cxn>
                    <a:cxn ang="0">
                      <a:pos x="csX955" y="csY955"/>
                    </a:cxn>
                    <a:cxn ang="0">
                      <a:pos x="csX956" y="csY956"/>
                    </a:cxn>
                    <a:cxn ang="0">
                      <a:pos x="csX957" y="csY957"/>
                    </a:cxn>
                    <a:cxn ang="0">
                      <a:pos x="csX958" y="csY958"/>
                    </a:cxn>
                    <a:cxn ang="0">
                      <a:pos x="csX959" y="csY959"/>
                    </a:cxn>
                    <a:cxn ang="0">
                      <a:pos x="csX960" y="csY960"/>
                    </a:cxn>
                    <a:cxn ang="0">
                      <a:pos x="csX961" y="csY961"/>
                    </a:cxn>
                    <a:cxn ang="0">
                      <a:pos x="csX962" y="csY962"/>
                    </a:cxn>
                    <a:cxn ang="0">
                      <a:pos x="csX963" y="csY963"/>
                    </a:cxn>
                    <a:cxn ang="0">
                      <a:pos x="csX964" y="csY964"/>
                    </a:cxn>
                    <a:cxn ang="0">
                      <a:pos x="csX965" y="csY965"/>
                    </a:cxn>
                    <a:cxn ang="0">
                      <a:pos x="csX966" y="csY966"/>
                    </a:cxn>
                    <a:cxn ang="0">
                      <a:pos x="csX967" y="csY967"/>
                    </a:cxn>
                    <a:cxn ang="0">
                      <a:pos x="csX968" y="csY968"/>
                    </a:cxn>
                    <a:cxn ang="0">
                      <a:pos x="csX969" y="csY969"/>
                    </a:cxn>
                    <a:cxn ang="0">
                      <a:pos x="csX970" y="csY970"/>
                    </a:cxn>
                    <a:cxn ang="0">
                      <a:pos x="csX971" y="csY971"/>
                    </a:cxn>
                    <a:cxn ang="0">
                      <a:pos x="csX972" y="csY972"/>
                    </a:cxn>
                    <a:cxn ang="0">
                      <a:pos x="csX973" y="csY973"/>
                    </a:cxn>
                    <a:cxn ang="0">
                      <a:pos x="csX974" y="csY974"/>
                    </a:cxn>
                    <a:cxn ang="0">
                      <a:pos x="csX975" y="csY975"/>
                    </a:cxn>
                    <a:cxn ang="0">
                      <a:pos x="csX976" y="csY976"/>
                    </a:cxn>
                    <a:cxn ang="0">
                      <a:pos x="csX977" y="csY977"/>
                    </a:cxn>
                    <a:cxn ang="0">
                      <a:pos x="csX978" y="csY978"/>
                    </a:cxn>
                    <a:cxn ang="0">
                      <a:pos x="csX979" y="csY979"/>
                    </a:cxn>
                    <a:cxn ang="0">
                      <a:pos x="csX980" y="csY980"/>
                    </a:cxn>
                    <a:cxn ang="0">
                      <a:pos x="csX981" y="csY981"/>
                    </a:cxn>
                    <a:cxn ang="0">
                      <a:pos x="csX982" y="csY982"/>
                    </a:cxn>
                    <a:cxn ang="0">
                      <a:pos x="csX983" y="csY983"/>
                    </a:cxn>
                    <a:cxn ang="0">
                      <a:pos x="csX984" y="csY984"/>
                    </a:cxn>
                    <a:cxn ang="0">
                      <a:pos x="csX985" y="csY985"/>
                    </a:cxn>
                    <a:cxn ang="0">
                      <a:pos x="csX986" y="csY986"/>
                    </a:cxn>
                    <a:cxn ang="0">
                      <a:pos x="csX987" y="csY987"/>
                    </a:cxn>
                    <a:cxn ang="0">
                      <a:pos x="csX988" y="csY988"/>
                    </a:cxn>
                    <a:cxn ang="0">
                      <a:pos x="csX989" y="csY989"/>
                    </a:cxn>
                    <a:cxn ang="0">
                      <a:pos x="csX990" y="csY990"/>
                    </a:cxn>
                    <a:cxn ang="0">
                      <a:pos x="csX991" y="csY991"/>
                    </a:cxn>
                    <a:cxn ang="0">
                      <a:pos x="csX992" y="csY992"/>
                    </a:cxn>
                    <a:cxn ang="0">
                      <a:pos x="csX993" y="csY993"/>
                    </a:cxn>
                    <a:cxn ang="0">
                      <a:pos x="csX994" y="csY994"/>
                    </a:cxn>
                    <a:cxn ang="0">
                      <a:pos x="csX995" y="csY995"/>
                    </a:cxn>
                    <a:cxn ang="0">
                      <a:pos x="csX996" y="csY996"/>
                    </a:cxn>
                    <a:cxn ang="0">
                      <a:pos x="csX997" y="csY997"/>
                    </a:cxn>
                    <a:cxn ang="0">
                      <a:pos x="csX998" y="csY998"/>
                    </a:cxn>
                    <a:cxn ang="0">
                      <a:pos x="csX999" y="csY999"/>
                    </a:cxn>
                    <a:cxn ang="0">
                      <a:pos x="csX1000" y="csY1000"/>
                    </a:cxn>
                    <a:cxn ang="0">
                      <a:pos x="csX1001" y="csY1001"/>
                    </a:cxn>
                    <a:cxn ang="0">
                      <a:pos x="csX1002" y="csY1002"/>
                    </a:cxn>
                    <a:cxn ang="0">
                      <a:pos x="csX1003" y="csY1003"/>
                    </a:cxn>
                    <a:cxn ang="0">
                      <a:pos x="csX1004" y="csY1004"/>
                    </a:cxn>
                    <a:cxn ang="0">
                      <a:pos x="csX1005" y="csY1005"/>
                    </a:cxn>
                    <a:cxn ang="0">
                      <a:pos x="csX1006" y="csY1006"/>
                    </a:cxn>
                    <a:cxn ang="0">
                      <a:pos x="csX1007" y="csY1007"/>
                    </a:cxn>
                    <a:cxn ang="0">
                      <a:pos x="csX1008" y="csY1008"/>
                    </a:cxn>
                    <a:cxn ang="0">
                      <a:pos x="csX1009" y="csY1009"/>
                    </a:cxn>
                    <a:cxn ang="0">
                      <a:pos x="csX1010" y="csY1010"/>
                    </a:cxn>
                    <a:cxn ang="0">
                      <a:pos x="csX1011" y="csY1011"/>
                    </a:cxn>
                    <a:cxn ang="0">
                      <a:pos x="csX1012" y="csY1012"/>
                    </a:cxn>
                    <a:cxn ang="0">
                      <a:pos x="csX1013" y="csY1013"/>
                    </a:cxn>
                    <a:cxn ang="0">
                      <a:pos x="csX1014" y="csY1014"/>
                    </a:cxn>
                    <a:cxn ang="0">
                      <a:pos x="csX1015" y="csY1015"/>
                    </a:cxn>
                    <a:cxn ang="0">
                      <a:pos x="csX1016" y="csY1016"/>
                    </a:cxn>
                    <a:cxn ang="0">
                      <a:pos x="csX1017" y="csY1017"/>
                    </a:cxn>
                    <a:cxn ang="0">
                      <a:pos x="csX1018" y="csY1018"/>
                    </a:cxn>
                    <a:cxn ang="0">
                      <a:pos x="csX1019" y="csY1019"/>
                    </a:cxn>
                    <a:cxn ang="0">
                      <a:pos x="csX1020" y="csY1020"/>
                    </a:cxn>
                    <a:cxn ang="0">
                      <a:pos x="csX1021" y="csY1021"/>
                    </a:cxn>
                    <a:cxn ang="0">
                      <a:pos x="csX1022" y="csY1022"/>
                    </a:cxn>
                    <a:cxn ang="0">
                      <a:pos x="csX1023" y="csY1023"/>
                    </a:cxn>
                    <a:cxn ang="0">
                      <a:pos x="csX1024" y="csY1024"/>
                    </a:cxn>
                    <a:cxn ang="0">
                      <a:pos x="csX1025" y="csY1025"/>
                    </a:cxn>
                    <a:cxn ang="0">
                      <a:pos x="csX1026" y="csY1026"/>
                    </a:cxn>
                    <a:cxn ang="0">
                      <a:pos x="csX1027" y="csY1027"/>
                    </a:cxn>
                    <a:cxn ang="0">
                      <a:pos x="csX1028" y="csY1028"/>
                    </a:cxn>
                    <a:cxn ang="0">
                      <a:pos x="csX1029" y="csY1029"/>
                    </a:cxn>
                    <a:cxn ang="0">
                      <a:pos x="csX1030" y="csY1030"/>
                    </a:cxn>
                    <a:cxn ang="0">
                      <a:pos x="csX1031" y="csY1031"/>
                    </a:cxn>
                    <a:cxn ang="0">
                      <a:pos x="csX1032" y="csY1032"/>
                    </a:cxn>
                    <a:cxn ang="0">
                      <a:pos x="csX1033" y="csY1033"/>
                    </a:cxn>
                    <a:cxn ang="0">
                      <a:pos x="csX1034" y="csY1034"/>
                    </a:cxn>
                    <a:cxn ang="0">
                      <a:pos x="csX1035" y="csY1035"/>
                    </a:cxn>
                    <a:cxn ang="0">
                      <a:pos x="csX1036" y="csY1036"/>
                    </a:cxn>
                    <a:cxn ang="0">
                      <a:pos x="csX1037" y="csY1037"/>
                    </a:cxn>
                    <a:cxn ang="0">
                      <a:pos x="csX1038" y="csY1038"/>
                    </a:cxn>
                    <a:cxn ang="0">
                      <a:pos x="csX1039" y="csY1039"/>
                    </a:cxn>
                    <a:cxn ang="0">
                      <a:pos x="csX1040" y="csY1040"/>
                    </a:cxn>
                    <a:cxn ang="0">
                      <a:pos x="csX1041" y="csY1041"/>
                    </a:cxn>
                    <a:cxn ang="0">
                      <a:pos x="csX1042" y="csY1042"/>
                    </a:cxn>
                    <a:cxn ang="0">
                      <a:pos x="csX1043" y="csY1043"/>
                    </a:cxn>
                    <a:cxn ang="0">
                      <a:pos x="csX1044" y="csY1044"/>
                    </a:cxn>
                    <a:cxn ang="0">
                      <a:pos x="csX1045" y="csY1045"/>
                    </a:cxn>
                    <a:cxn ang="0">
                      <a:pos x="csX1046" y="csY1046"/>
                    </a:cxn>
                    <a:cxn ang="0">
                      <a:pos x="csX1047" y="csY1047"/>
                    </a:cxn>
                    <a:cxn ang="0">
                      <a:pos x="csX1048" y="csY1048"/>
                    </a:cxn>
                    <a:cxn ang="0">
                      <a:pos x="csX1049" y="csY1049"/>
                    </a:cxn>
                    <a:cxn ang="0">
                      <a:pos x="csX1050" y="csY1050"/>
                    </a:cxn>
                    <a:cxn ang="0">
                      <a:pos x="csX1051" y="csY1051"/>
                    </a:cxn>
                    <a:cxn ang="0">
                      <a:pos x="csX1052" y="csY1052"/>
                    </a:cxn>
                    <a:cxn ang="0">
                      <a:pos x="csX1053" y="csY1053"/>
                    </a:cxn>
                    <a:cxn ang="0">
                      <a:pos x="csX1054" y="csY1054"/>
                    </a:cxn>
                    <a:cxn ang="0">
                      <a:pos x="csX1055" y="csY1055"/>
                    </a:cxn>
                    <a:cxn ang="0">
                      <a:pos x="csX1056" y="csY1056"/>
                    </a:cxn>
                    <a:cxn ang="0">
                      <a:pos x="csX1057" y="csY1057"/>
                    </a:cxn>
                    <a:cxn ang="0">
                      <a:pos x="csX1058" y="csY1058"/>
                    </a:cxn>
                    <a:cxn ang="0">
                      <a:pos x="csX1059" y="csY1059"/>
                    </a:cxn>
                    <a:cxn ang="0">
                      <a:pos x="csX1060" y="csY1060"/>
                    </a:cxn>
                    <a:cxn ang="0">
                      <a:pos x="csX1061" y="csY1061"/>
                    </a:cxn>
                    <a:cxn ang="0">
                      <a:pos x="csX1062" y="csY1062"/>
                    </a:cxn>
                    <a:cxn ang="0">
                      <a:pos x="csX1063" y="csY1063"/>
                    </a:cxn>
                    <a:cxn ang="0">
                      <a:pos x="csX1064" y="csY1064"/>
                    </a:cxn>
                    <a:cxn ang="0">
                      <a:pos x="csX1065" y="csY1065"/>
                    </a:cxn>
                    <a:cxn ang="0">
                      <a:pos x="csX1066" y="csY1066"/>
                    </a:cxn>
                    <a:cxn ang="0">
                      <a:pos x="csX1067" y="csY1067"/>
                    </a:cxn>
                    <a:cxn ang="0">
                      <a:pos x="csX1068" y="csY1068"/>
                    </a:cxn>
                    <a:cxn ang="0">
                      <a:pos x="csX1069" y="csY1069"/>
                    </a:cxn>
                    <a:cxn ang="0">
                      <a:pos x="csX1070" y="csY1070"/>
                    </a:cxn>
                    <a:cxn ang="0">
                      <a:pos x="csX1071" y="csY1071"/>
                    </a:cxn>
                    <a:cxn ang="0">
                      <a:pos x="csX1072" y="csY1072"/>
                    </a:cxn>
                    <a:cxn ang="0">
                      <a:pos x="csX1073" y="csY1073"/>
                    </a:cxn>
                    <a:cxn ang="0">
                      <a:pos x="csX1074" y="csY1074"/>
                    </a:cxn>
                    <a:cxn ang="0">
                      <a:pos x="csX1075" y="csY1075"/>
                    </a:cxn>
                    <a:cxn ang="0">
                      <a:pos x="csX1076" y="csY1076"/>
                    </a:cxn>
                    <a:cxn ang="0">
                      <a:pos x="csX1077" y="csY1077"/>
                    </a:cxn>
                    <a:cxn ang="0">
                      <a:pos x="csX1078" y="csY1078"/>
                    </a:cxn>
                    <a:cxn ang="0">
                      <a:pos x="csX1079" y="csY1079"/>
                    </a:cxn>
                    <a:cxn ang="0">
                      <a:pos x="csX1080" y="csY1080"/>
                    </a:cxn>
                    <a:cxn ang="0">
                      <a:pos x="csX1081" y="csY1081"/>
                    </a:cxn>
                    <a:cxn ang="0">
                      <a:pos x="csX1082" y="csY1082"/>
                    </a:cxn>
                    <a:cxn ang="0">
                      <a:pos x="csX1083" y="csY1083"/>
                    </a:cxn>
                    <a:cxn ang="0">
                      <a:pos x="csX1084" y="csY1084"/>
                    </a:cxn>
                    <a:cxn ang="0">
                      <a:pos x="csX1085" y="csY1085"/>
                    </a:cxn>
                    <a:cxn ang="0">
                      <a:pos x="csX1086" y="csY1086"/>
                    </a:cxn>
                    <a:cxn ang="0">
                      <a:pos x="csX1087" y="csY1087"/>
                    </a:cxn>
                    <a:cxn ang="0">
                      <a:pos x="csX1088" y="csY1088"/>
                    </a:cxn>
                    <a:cxn ang="0">
                      <a:pos x="csX1089" y="csY1089"/>
                    </a:cxn>
                    <a:cxn ang="0">
                      <a:pos x="csX1090" y="csY1090"/>
                    </a:cxn>
                    <a:cxn ang="0">
                      <a:pos x="csX1091" y="csY1091"/>
                    </a:cxn>
                    <a:cxn ang="0">
                      <a:pos x="csX1092" y="csY1092"/>
                    </a:cxn>
                    <a:cxn ang="0">
                      <a:pos x="csX1093" y="csY1093"/>
                    </a:cxn>
                    <a:cxn ang="0">
                      <a:pos x="csX1094" y="csY1094"/>
                    </a:cxn>
                    <a:cxn ang="0">
                      <a:pos x="csX1095" y="csY1095"/>
                    </a:cxn>
                    <a:cxn ang="0">
                      <a:pos x="csX1096" y="csY1096"/>
                    </a:cxn>
                    <a:cxn ang="0">
                      <a:pos x="csX1097" y="csY1097"/>
                    </a:cxn>
                    <a:cxn ang="0">
                      <a:pos x="csX1098" y="csY1098"/>
                    </a:cxn>
                    <a:cxn ang="0">
                      <a:pos x="csX1099" y="csY1099"/>
                    </a:cxn>
                    <a:cxn ang="0">
                      <a:pos x="csX1100" y="csY1100"/>
                    </a:cxn>
                    <a:cxn ang="0">
                      <a:pos x="csX1101" y="csY1101"/>
                    </a:cxn>
                    <a:cxn ang="0">
                      <a:pos x="csX1102" y="csY1102"/>
                    </a:cxn>
                    <a:cxn ang="0">
                      <a:pos x="csX1103" y="csY1103"/>
                    </a:cxn>
                    <a:cxn ang="0">
                      <a:pos x="csX1104" y="csY1104"/>
                    </a:cxn>
                    <a:cxn ang="0">
                      <a:pos x="csX1105" y="csY1105"/>
                    </a:cxn>
                    <a:cxn ang="0">
                      <a:pos x="csX1106" y="csY1106"/>
                    </a:cxn>
                    <a:cxn ang="0">
                      <a:pos x="csX1107" y="csY1107"/>
                    </a:cxn>
                    <a:cxn ang="0">
                      <a:pos x="csX1108" y="csY1108"/>
                    </a:cxn>
                    <a:cxn ang="0">
                      <a:pos x="csX1109" y="csY1109"/>
                    </a:cxn>
                    <a:cxn ang="0">
                      <a:pos x="csX1110" y="csY1110"/>
                    </a:cxn>
                    <a:cxn ang="0">
                      <a:pos x="csX1111" y="csY1111"/>
                    </a:cxn>
                    <a:cxn ang="0">
                      <a:pos x="csX1112" y="csY1112"/>
                    </a:cxn>
                    <a:cxn ang="0">
                      <a:pos x="csX1113" y="csY1113"/>
                    </a:cxn>
                    <a:cxn ang="0">
                      <a:pos x="csX1114" y="csY1114"/>
                    </a:cxn>
                    <a:cxn ang="0">
                      <a:pos x="csX1115" y="csY1115"/>
                    </a:cxn>
                    <a:cxn ang="0">
                      <a:pos x="csX1116" y="csY1116"/>
                    </a:cxn>
                    <a:cxn ang="0">
                      <a:pos x="csX1117" y="csY1117"/>
                    </a:cxn>
                    <a:cxn ang="0">
                      <a:pos x="csX1118" y="csY1118"/>
                    </a:cxn>
                    <a:cxn ang="0">
                      <a:pos x="csX1119" y="csY1119"/>
                    </a:cxn>
                    <a:cxn ang="0">
                      <a:pos x="csX1120" y="csY1120"/>
                    </a:cxn>
                    <a:cxn ang="0">
                      <a:pos x="csX1121" y="csY1121"/>
                    </a:cxn>
                    <a:cxn ang="0">
                      <a:pos x="csX1122" y="csY1122"/>
                    </a:cxn>
                    <a:cxn ang="0">
                      <a:pos x="csX1123" y="csY1123"/>
                    </a:cxn>
                    <a:cxn ang="0">
                      <a:pos x="csX1124" y="csY1124"/>
                    </a:cxn>
                    <a:cxn ang="0">
                      <a:pos x="csX1125" y="csY1125"/>
                    </a:cxn>
                    <a:cxn ang="0">
                      <a:pos x="csX1126" y="csY1126"/>
                    </a:cxn>
                    <a:cxn ang="0">
                      <a:pos x="csX1127" y="csY1127"/>
                    </a:cxn>
                    <a:cxn ang="0">
                      <a:pos x="csX1128" y="csY1128"/>
                    </a:cxn>
                    <a:cxn ang="0">
                      <a:pos x="csX1129" y="csY1129"/>
                    </a:cxn>
                    <a:cxn ang="0">
                      <a:pos x="csX1130" y="csY1130"/>
                    </a:cxn>
                    <a:cxn ang="0">
                      <a:pos x="csX1131" y="csY1131"/>
                    </a:cxn>
                    <a:cxn ang="0">
                      <a:pos x="csX1132" y="csY1132"/>
                    </a:cxn>
                    <a:cxn ang="0">
                      <a:pos x="csX1133" y="csY1133"/>
                    </a:cxn>
                    <a:cxn ang="0">
                      <a:pos x="csX1134" y="csY1134"/>
                    </a:cxn>
                    <a:cxn ang="0">
                      <a:pos x="csX1135" y="csY1135"/>
                    </a:cxn>
                    <a:cxn ang="0">
                      <a:pos x="csX1136" y="csY1136"/>
                    </a:cxn>
                    <a:cxn ang="0">
                      <a:pos x="csX1137" y="csY1137"/>
                    </a:cxn>
                    <a:cxn ang="0">
                      <a:pos x="csX1138" y="csY1138"/>
                    </a:cxn>
                    <a:cxn ang="0">
                      <a:pos x="csX1139" y="csY1139"/>
                    </a:cxn>
                    <a:cxn ang="0">
                      <a:pos x="csX1140" y="csY1140"/>
                    </a:cxn>
                    <a:cxn ang="0">
                      <a:pos x="csX1141" y="csY1141"/>
                    </a:cxn>
                    <a:cxn ang="0">
                      <a:pos x="csX1142" y="csY1142"/>
                    </a:cxn>
                    <a:cxn ang="0">
                      <a:pos x="csX1143" y="csY1143"/>
                    </a:cxn>
                    <a:cxn ang="0">
                      <a:pos x="csX1144" y="csY1144"/>
                    </a:cxn>
                    <a:cxn ang="0">
                      <a:pos x="csX1145" y="csY1145"/>
                    </a:cxn>
                    <a:cxn ang="0">
                      <a:pos x="csX1146" y="csY1146"/>
                    </a:cxn>
                    <a:cxn ang="0">
                      <a:pos x="csX1147" y="csY1147"/>
                    </a:cxn>
                    <a:cxn ang="0">
                      <a:pos x="csX1148" y="csY1148"/>
                    </a:cxn>
                    <a:cxn ang="0">
                      <a:pos x="csX1149" y="csY1149"/>
                    </a:cxn>
                    <a:cxn ang="0">
                      <a:pos x="csX1150" y="csY1150"/>
                    </a:cxn>
                    <a:cxn ang="0">
                      <a:pos x="csX1151" y="csY1151"/>
                    </a:cxn>
                    <a:cxn ang="0">
                      <a:pos x="csX1152" y="csY1152"/>
                    </a:cxn>
                    <a:cxn ang="0">
                      <a:pos x="csX1153" y="csY1153"/>
                    </a:cxn>
                    <a:cxn ang="0">
                      <a:pos x="csX1154" y="csY1154"/>
                    </a:cxn>
                    <a:cxn ang="0">
                      <a:pos x="csX1155" y="csY1155"/>
                    </a:cxn>
                    <a:cxn ang="0">
                      <a:pos x="csX1156" y="csY1156"/>
                    </a:cxn>
                    <a:cxn ang="0">
                      <a:pos x="csX1157" y="csY1157"/>
                    </a:cxn>
                    <a:cxn ang="0">
                      <a:pos x="csX1158" y="csY1158"/>
                    </a:cxn>
                    <a:cxn ang="0">
                      <a:pos x="csX1159" y="csY1159"/>
                    </a:cxn>
                    <a:cxn ang="0">
                      <a:pos x="csX1160" y="csY1160"/>
                    </a:cxn>
                    <a:cxn ang="0">
                      <a:pos x="csX1161" y="csY1161"/>
                    </a:cxn>
                    <a:cxn ang="0">
                      <a:pos x="csX1162" y="csY1162"/>
                    </a:cxn>
                    <a:cxn ang="0">
                      <a:pos x="csX1163" y="csY1163"/>
                    </a:cxn>
                    <a:cxn ang="0">
                      <a:pos x="csX1164" y="csY1164"/>
                    </a:cxn>
                    <a:cxn ang="0">
                      <a:pos x="csX1165" y="csY1165"/>
                    </a:cxn>
                    <a:cxn ang="0">
                      <a:pos x="csX1166" y="csY1166"/>
                    </a:cxn>
                    <a:cxn ang="0">
                      <a:pos x="csX1167" y="csY1167"/>
                    </a:cxn>
                    <a:cxn ang="0">
                      <a:pos x="csX1168" y="csY1168"/>
                    </a:cxn>
                    <a:cxn ang="0">
                      <a:pos x="csX1169" y="csY1169"/>
                    </a:cxn>
                    <a:cxn ang="0">
                      <a:pos x="csX1170" y="csY1170"/>
                    </a:cxn>
                    <a:cxn ang="0">
                      <a:pos x="csX1171" y="csY1171"/>
                    </a:cxn>
                    <a:cxn ang="0">
                      <a:pos x="csX1172" y="csY1172"/>
                    </a:cxn>
                    <a:cxn ang="0">
                      <a:pos x="csX1173" y="csY1173"/>
                    </a:cxn>
                    <a:cxn ang="0">
                      <a:pos x="csX1174" y="csY1174"/>
                    </a:cxn>
                    <a:cxn ang="0">
                      <a:pos x="csX1175" y="csY1175"/>
                    </a:cxn>
                    <a:cxn ang="0">
                      <a:pos x="csX1176" y="csY1176"/>
                    </a:cxn>
                    <a:cxn ang="0">
                      <a:pos x="csX1177" y="csY1177"/>
                    </a:cxn>
                    <a:cxn ang="0">
                      <a:pos x="csX1178" y="csY1178"/>
                    </a:cxn>
                    <a:cxn ang="0">
                      <a:pos x="csX1179" y="csY1179"/>
                    </a:cxn>
                    <a:cxn ang="0">
                      <a:pos x="csX1180" y="csY1180"/>
                    </a:cxn>
                    <a:cxn ang="0">
                      <a:pos x="csX1181" y="csY1181"/>
                    </a:cxn>
                    <a:cxn ang="0">
                      <a:pos x="csX1182" y="csY1182"/>
                    </a:cxn>
                    <a:cxn ang="0">
                      <a:pos x="csX1183" y="csY1183"/>
                    </a:cxn>
                    <a:cxn ang="0">
                      <a:pos x="csX1184" y="csY1184"/>
                    </a:cxn>
                    <a:cxn ang="0">
                      <a:pos x="csX1185" y="csY1185"/>
                    </a:cxn>
                    <a:cxn ang="0">
                      <a:pos x="csX1186" y="csY1186"/>
                    </a:cxn>
                    <a:cxn ang="0">
                      <a:pos x="csX1187" y="csY1187"/>
                    </a:cxn>
                    <a:cxn ang="0">
                      <a:pos x="csX1188" y="csY1188"/>
                    </a:cxn>
                    <a:cxn ang="0">
                      <a:pos x="csX1189" y="csY1189"/>
                    </a:cxn>
                    <a:cxn ang="0">
                      <a:pos x="csX1190" y="csY1190"/>
                    </a:cxn>
                    <a:cxn ang="0">
                      <a:pos x="csX1191" y="csY1191"/>
                    </a:cxn>
                    <a:cxn ang="0">
                      <a:pos x="csX1192" y="csY1192"/>
                    </a:cxn>
                    <a:cxn ang="0">
                      <a:pos x="csX1193" y="csY1193"/>
                    </a:cxn>
                    <a:cxn ang="0">
                      <a:pos x="csX1194" y="csY1194"/>
                    </a:cxn>
                    <a:cxn ang="0">
                      <a:pos x="csX1195" y="csY1195"/>
                    </a:cxn>
                    <a:cxn ang="0">
                      <a:pos x="csX1196" y="csY1196"/>
                    </a:cxn>
                    <a:cxn ang="0">
                      <a:pos x="csX1197" y="csY1197"/>
                    </a:cxn>
                    <a:cxn ang="0">
                      <a:pos x="csX1198" y="csY1198"/>
                    </a:cxn>
                    <a:cxn ang="0">
                      <a:pos x="csX1199" y="csY1199"/>
                    </a:cxn>
                    <a:cxn ang="0">
                      <a:pos x="csX1200" y="csY1200"/>
                    </a:cxn>
                    <a:cxn ang="0">
                      <a:pos x="csX1201" y="csY1201"/>
                    </a:cxn>
                    <a:cxn ang="0">
                      <a:pos x="csX1202" y="csY1202"/>
                    </a:cxn>
                    <a:cxn ang="0">
                      <a:pos x="csX1203" y="csY1203"/>
                    </a:cxn>
                    <a:cxn ang="0">
                      <a:pos x="csX1204" y="csY1204"/>
                    </a:cxn>
                    <a:cxn ang="0">
                      <a:pos x="csX1205" y="csY1205"/>
                    </a:cxn>
                    <a:cxn ang="0">
                      <a:pos x="csX1206" y="csY1206"/>
                    </a:cxn>
                    <a:cxn ang="0">
                      <a:pos x="csX1207" y="csY1207"/>
                    </a:cxn>
                    <a:cxn ang="0">
                      <a:pos x="csX1208" y="csY1208"/>
                    </a:cxn>
                    <a:cxn ang="0">
                      <a:pos x="csX1209" y="csY1209"/>
                    </a:cxn>
                    <a:cxn ang="0">
                      <a:pos x="csX1210" y="csY1210"/>
                    </a:cxn>
                    <a:cxn ang="0">
                      <a:pos x="csX1211" y="csY1211"/>
                    </a:cxn>
                    <a:cxn ang="0">
                      <a:pos x="csX1212" y="csY1212"/>
                    </a:cxn>
                    <a:cxn ang="0">
                      <a:pos x="csX1213" y="csY1213"/>
                    </a:cxn>
                    <a:cxn ang="0">
                      <a:pos x="csX1214" y="csY1214"/>
                    </a:cxn>
                    <a:cxn ang="0">
                      <a:pos x="csX1215" y="csY1215"/>
                    </a:cxn>
                    <a:cxn ang="0">
                      <a:pos x="csX1216" y="csY1216"/>
                    </a:cxn>
                    <a:cxn ang="0">
                      <a:pos x="csX1217" y="csY1217"/>
                    </a:cxn>
                    <a:cxn ang="0">
                      <a:pos x="csX1218" y="csY1218"/>
                    </a:cxn>
                    <a:cxn ang="0">
                      <a:pos x="csX1219" y="csY1219"/>
                    </a:cxn>
                    <a:cxn ang="0">
                      <a:pos x="csX1220" y="csY1220"/>
                    </a:cxn>
                    <a:cxn ang="0">
                      <a:pos x="csX1221" y="csY1221"/>
                    </a:cxn>
                    <a:cxn ang="0">
                      <a:pos x="csX1222" y="csY1222"/>
                    </a:cxn>
                    <a:cxn ang="0">
                      <a:pos x="csX1223" y="csY1223"/>
                    </a:cxn>
                    <a:cxn ang="0">
                      <a:pos x="csX1224" y="csY1224"/>
                    </a:cxn>
                    <a:cxn ang="0">
                      <a:pos x="csX1225" y="csY1225"/>
                    </a:cxn>
                    <a:cxn ang="0">
                      <a:pos x="csX1226" y="csY1226"/>
                    </a:cxn>
                    <a:cxn ang="0">
                      <a:pos x="csX1227" y="csY1227"/>
                    </a:cxn>
                    <a:cxn ang="0">
                      <a:pos x="csX1228" y="csY1228"/>
                    </a:cxn>
                    <a:cxn ang="0">
                      <a:pos x="csX1229" y="csY1229"/>
                    </a:cxn>
                    <a:cxn ang="0">
                      <a:pos x="csX1230" y="csY1230"/>
                    </a:cxn>
                    <a:cxn ang="0">
                      <a:pos x="csX1231" y="csY1231"/>
                    </a:cxn>
                    <a:cxn ang="0">
                      <a:pos x="csX1232" y="csY1232"/>
                    </a:cxn>
                    <a:cxn ang="0">
                      <a:pos x="csX1233" y="csY1233"/>
                    </a:cxn>
                    <a:cxn ang="0">
                      <a:pos x="csX1234" y="csY1234"/>
                    </a:cxn>
                    <a:cxn ang="0">
                      <a:pos x="csX1235" y="csY1235"/>
                    </a:cxn>
                    <a:cxn ang="0">
                      <a:pos x="csX1236" y="csY1236"/>
                    </a:cxn>
                    <a:cxn ang="0">
                      <a:pos x="csX1237" y="csY1237"/>
                    </a:cxn>
                    <a:cxn ang="0">
                      <a:pos x="csX1238" y="csY1238"/>
                    </a:cxn>
                    <a:cxn ang="0">
                      <a:pos x="csX1239" y="csY1239"/>
                    </a:cxn>
                    <a:cxn ang="0">
                      <a:pos x="csX1240" y="csY1240"/>
                    </a:cxn>
                    <a:cxn ang="0">
                      <a:pos x="csX1241" y="csY1241"/>
                    </a:cxn>
                    <a:cxn ang="0">
                      <a:pos x="csX1242" y="csY1242"/>
                    </a:cxn>
                    <a:cxn ang="0">
                      <a:pos x="csX1243" y="csY1243"/>
                    </a:cxn>
                    <a:cxn ang="0">
                      <a:pos x="csX1244" y="csY1244"/>
                    </a:cxn>
                    <a:cxn ang="0">
                      <a:pos x="csX1245" y="csY1245"/>
                    </a:cxn>
                    <a:cxn ang="0">
                      <a:pos x="csX1246" y="csY1246"/>
                    </a:cxn>
                    <a:cxn ang="0">
                      <a:pos x="csX1247" y="csY1247"/>
                    </a:cxn>
                    <a:cxn ang="0">
                      <a:pos x="csX1248" y="csY1248"/>
                    </a:cxn>
                    <a:cxn ang="0">
                      <a:pos x="csX1249" y="csY1249"/>
                    </a:cxn>
                    <a:cxn ang="0">
                      <a:pos x="csX1250" y="csY1250"/>
                    </a:cxn>
                    <a:cxn ang="0">
                      <a:pos x="csX1251" y="csY1251"/>
                    </a:cxn>
                    <a:cxn ang="0">
                      <a:pos x="csX1252" y="csY1252"/>
                    </a:cxn>
                    <a:cxn ang="0">
                      <a:pos x="csX1253" y="csY1253"/>
                    </a:cxn>
                    <a:cxn ang="0">
                      <a:pos x="csX1254" y="csY1254"/>
                    </a:cxn>
                    <a:cxn ang="0">
                      <a:pos x="csX1255" y="csY1255"/>
                    </a:cxn>
                    <a:cxn ang="0">
                      <a:pos x="csX1256" y="csY1256"/>
                    </a:cxn>
                    <a:cxn ang="0">
                      <a:pos x="csX1257" y="csY1257"/>
                    </a:cxn>
                    <a:cxn ang="0">
                      <a:pos x="csX1258" y="csY1258"/>
                    </a:cxn>
                    <a:cxn ang="0">
                      <a:pos x="csX1259" y="csY1259"/>
                    </a:cxn>
                    <a:cxn ang="0">
                      <a:pos x="csX1260" y="csY1260"/>
                    </a:cxn>
                    <a:cxn ang="0">
                      <a:pos x="csX1261" y="csY1261"/>
                    </a:cxn>
                    <a:cxn ang="0">
                      <a:pos x="csX1262" y="csY1262"/>
                    </a:cxn>
                    <a:cxn ang="0">
                      <a:pos x="csX1263" y="csY1263"/>
                    </a:cxn>
                    <a:cxn ang="0">
                      <a:pos x="csX1264" y="csY1264"/>
                    </a:cxn>
                    <a:cxn ang="0">
                      <a:pos x="csX1265" y="csY1265"/>
                    </a:cxn>
                    <a:cxn ang="0">
                      <a:pos x="csX1266" y="csY1266"/>
                    </a:cxn>
                    <a:cxn ang="0">
                      <a:pos x="csX1267" y="csY1267"/>
                    </a:cxn>
                    <a:cxn ang="0">
                      <a:pos x="csX1268" y="csY1268"/>
                    </a:cxn>
                    <a:cxn ang="0">
                      <a:pos x="csX1269" y="csY1269"/>
                    </a:cxn>
                    <a:cxn ang="0">
                      <a:pos x="csX1270" y="csY1270"/>
                    </a:cxn>
                    <a:cxn ang="0">
                      <a:pos x="csX1271" y="csY1271"/>
                    </a:cxn>
                    <a:cxn ang="0">
                      <a:pos x="csX1272" y="csY1272"/>
                    </a:cxn>
                    <a:cxn ang="0">
                      <a:pos x="csX1273" y="csY1273"/>
                    </a:cxn>
                    <a:cxn ang="0">
                      <a:pos x="csX1274" y="csY1274"/>
                    </a:cxn>
                    <a:cxn ang="0">
                      <a:pos x="csX1275" y="csY1275"/>
                    </a:cxn>
                    <a:cxn ang="0">
                      <a:pos x="csX1276" y="csY1276"/>
                    </a:cxn>
                    <a:cxn ang="0">
                      <a:pos x="csX1277" y="csY1277"/>
                    </a:cxn>
                    <a:cxn ang="0">
                      <a:pos x="csX1278" y="csY1278"/>
                    </a:cxn>
                    <a:cxn ang="0">
                      <a:pos x="csX1279" y="csY1279"/>
                    </a:cxn>
                    <a:cxn ang="0">
                      <a:pos x="csX1280" y="csY1280"/>
                    </a:cxn>
                    <a:cxn ang="0">
                      <a:pos x="csX1281" y="csY1281"/>
                    </a:cxn>
                    <a:cxn ang="0">
                      <a:pos x="csX1282" y="csY1282"/>
                    </a:cxn>
                    <a:cxn ang="0">
                      <a:pos x="csX1283" y="csY1283"/>
                    </a:cxn>
                    <a:cxn ang="0">
                      <a:pos x="csX1284" y="csY1284"/>
                    </a:cxn>
                    <a:cxn ang="0">
                      <a:pos x="csX1285" y="csY1285"/>
                    </a:cxn>
                    <a:cxn ang="0">
                      <a:pos x="csX1286" y="csY1286"/>
                    </a:cxn>
                    <a:cxn ang="0">
                      <a:pos x="csX1287" y="csY1287"/>
                    </a:cxn>
                    <a:cxn ang="0">
                      <a:pos x="csX1288" y="csY1288"/>
                    </a:cxn>
                    <a:cxn ang="0">
                      <a:pos x="csX1289" y="csY1289"/>
                    </a:cxn>
                    <a:cxn ang="0">
                      <a:pos x="csX1290" y="csY1290"/>
                    </a:cxn>
                    <a:cxn ang="0">
                      <a:pos x="csX1291" y="csY1291"/>
                    </a:cxn>
                    <a:cxn ang="0">
                      <a:pos x="csX1292" y="csY1292"/>
                    </a:cxn>
                    <a:cxn ang="0">
                      <a:pos x="csX1293" y="csY1293"/>
                    </a:cxn>
                    <a:cxn ang="0">
                      <a:pos x="csX1294" y="csY1294"/>
                    </a:cxn>
                    <a:cxn ang="0">
                      <a:pos x="csX1295" y="csY1295"/>
                    </a:cxn>
                    <a:cxn ang="0">
                      <a:pos x="csX1296" y="csY1296"/>
                    </a:cxn>
                    <a:cxn ang="0">
                      <a:pos x="csX1297" y="csY1297"/>
                    </a:cxn>
                    <a:cxn ang="0">
                      <a:pos x="csX1298" y="csY1298"/>
                    </a:cxn>
                    <a:cxn ang="0">
                      <a:pos x="csX1299" y="csY1299"/>
                    </a:cxn>
                    <a:cxn ang="0">
                      <a:pos x="csX1300" y="csY1300"/>
                    </a:cxn>
                    <a:cxn ang="0">
                      <a:pos x="csX1301" y="csY1301"/>
                    </a:cxn>
                    <a:cxn ang="0">
                      <a:pos x="csX1302" y="csY1302"/>
                    </a:cxn>
                    <a:cxn ang="0">
                      <a:pos x="csX1303" y="csY1303"/>
                    </a:cxn>
                    <a:cxn ang="0">
                      <a:pos x="csX1304" y="csY1304"/>
                    </a:cxn>
                    <a:cxn ang="0">
                      <a:pos x="csX1305" y="csY1305"/>
                    </a:cxn>
                    <a:cxn ang="0">
                      <a:pos x="csX1306" y="csY1306"/>
                    </a:cxn>
                    <a:cxn ang="0">
                      <a:pos x="csX1307" y="csY1307"/>
                    </a:cxn>
                    <a:cxn ang="0">
                      <a:pos x="csX1308" y="csY1308"/>
                    </a:cxn>
                    <a:cxn ang="0">
                      <a:pos x="csX1309" y="csY1309"/>
                    </a:cxn>
                    <a:cxn ang="0">
                      <a:pos x="csX1310" y="csY1310"/>
                    </a:cxn>
                    <a:cxn ang="0">
                      <a:pos x="csX1311" y="csY1311"/>
                    </a:cxn>
                    <a:cxn ang="0">
                      <a:pos x="csX1312" y="csY1312"/>
                    </a:cxn>
                    <a:cxn ang="0">
                      <a:pos x="csX1313" y="csY1313"/>
                    </a:cxn>
                    <a:cxn ang="0">
                      <a:pos x="csX1314" y="csY1314"/>
                    </a:cxn>
                    <a:cxn ang="0">
                      <a:pos x="csX1315" y="csY1315"/>
                    </a:cxn>
                    <a:cxn ang="0">
                      <a:pos x="csX1316" y="csY1316"/>
                    </a:cxn>
                    <a:cxn ang="0">
                      <a:pos x="csX1317" y="csY1317"/>
                    </a:cxn>
                    <a:cxn ang="0">
                      <a:pos x="csX1318" y="csY1318"/>
                    </a:cxn>
                    <a:cxn ang="0">
                      <a:pos x="csX1319" y="csY1319"/>
                    </a:cxn>
                    <a:cxn ang="0">
                      <a:pos x="csX1320" y="csY1320"/>
                    </a:cxn>
                    <a:cxn ang="0">
                      <a:pos x="csX1321" y="csY1321"/>
                    </a:cxn>
                    <a:cxn ang="0">
                      <a:pos x="csX1322" y="csY1322"/>
                    </a:cxn>
                    <a:cxn ang="0">
                      <a:pos x="csX1323" y="csY1323"/>
                    </a:cxn>
                    <a:cxn ang="0">
                      <a:pos x="csX1324" y="csY1324"/>
                    </a:cxn>
                    <a:cxn ang="0">
                      <a:pos x="csX1325" y="csY1325"/>
                    </a:cxn>
                    <a:cxn ang="0">
                      <a:pos x="csX1326" y="csY1326"/>
                    </a:cxn>
                    <a:cxn ang="0">
                      <a:pos x="csX1327" y="csY1327"/>
                    </a:cxn>
                    <a:cxn ang="0">
                      <a:pos x="csX1328" y="csY1328"/>
                    </a:cxn>
                    <a:cxn ang="0">
                      <a:pos x="csX1329" y="csY1329"/>
                    </a:cxn>
                    <a:cxn ang="0">
                      <a:pos x="csX1330" y="csY1330"/>
                    </a:cxn>
                    <a:cxn ang="0">
                      <a:pos x="csX1331" y="csY1331"/>
                    </a:cxn>
                    <a:cxn ang="0">
                      <a:pos x="csX1332" y="csY1332"/>
                    </a:cxn>
                    <a:cxn ang="0">
                      <a:pos x="csX1333" y="csY1333"/>
                    </a:cxn>
                    <a:cxn ang="0">
                      <a:pos x="csX1334" y="csY1334"/>
                    </a:cxn>
                    <a:cxn ang="0">
                      <a:pos x="csX1335" y="csY1335"/>
                    </a:cxn>
                    <a:cxn ang="0">
                      <a:pos x="csX1336" y="csY1336"/>
                    </a:cxn>
                    <a:cxn ang="0">
                      <a:pos x="csX1337" y="csY1337"/>
                    </a:cxn>
                    <a:cxn ang="0">
                      <a:pos x="csX1338" y="csY1338"/>
                    </a:cxn>
                    <a:cxn ang="0">
                      <a:pos x="csX1339" y="csY1339"/>
                    </a:cxn>
                    <a:cxn ang="0">
                      <a:pos x="csX1340" y="csY1340"/>
                    </a:cxn>
                    <a:cxn ang="0">
                      <a:pos x="csX1341" y="csY1341"/>
                    </a:cxn>
                    <a:cxn ang="0">
                      <a:pos x="csX1342" y="csY1342"/>
                    </a:cxn>
                    <a:cxn ang="0">
                      <a:pos x="csX1343" y="csY1343"/>
                    </a:cxn>
                    <a:cxn ang="0">
                      <a:pos x="csX1344" y="csY1344"/>
                    </a:cxn>
                    <a:cxn ang="0">
                      <a:pos x="csX1345" y="csY1345"/>
                    </a:cxn>
                    <a:cxn ang="0">
                      <a:pos x="csX1346" y="csY1346"/>
                    </a:cxn>
                    <a:cxn ang="0">
                      <a:pos x="csX1347" y="csY1347"/>
                    </a:cxn>
                    <a:cxn ang="0">
                      <a:pos x="csX1348" y="csY1348"/>
                    </a:cxn>
                    <a:cxn ang="0">
                      <a:pos x="csX1349" y="csY1349"/>
                    </a:cxn>
                    <a:cxn ang="0">
                      <a:pos x="csX1350" y="csY1350"/>
                    </a:cxn>
                    <a:cxn ang="0">
                      <a:pos x="csX1351" y="csY1351"/>
                    </a:cxn>
                    <a:cxn ang="0">
                      <a:pos x="csX1352" y="csY1352"/>
                    </a:cxn>
                    <a:cxn ang="0">
                      <a:pos x="csX1353" y="csY1353"/>
                    </a:cxn>
                    <a:cxn ang="0">
                      <a:pos x="csX1354" y="csY1354"/>
                    </a:cxn>
                    <a:cxn ang="0">
                      <a:pos x="csX1355" y="csY1355"/>
                    </a:cxn>
                    <a:cxn ang="0">
                      <a:pos x="csX1356" y="csY1356"/>
                    </a:cxn>
                    <a:cxn ang="0">
                      <a:pos x="csX1357" y="csY1357"/>
                    </a:cxn>
                    <a:cxn ang="0">
                      <a:pos x="csX1358" y="csY1358"/>
                    </a:cxn>
                    <a:cxn ang="0">
                      <a:pos x="csX1359" y="csY1359"/>
                    </a:cxn>
                    <a:cxn ang="0">
                      <a:pos x="csX1360" y="csY1360"/>
                    </a:cxn>
                    <a:cxn ang="0">
                      <a:pos x="csX1361" y="csY1361"/>
                    </a:cxn>
                    <a:cxn ang="0">
                      <a:pos x="csX1362" y="csY1362"/>
                    </a:cxn>
                    <a:cxn ang="0">
                      <a:pos x="csX1363" y="csY1363"/>
                    </a:cxn>
                    <a:cxn ang="0">
                      <a:pos x="csX1364" y="csY1364"/>
                    </a:cxn>
                    <a:cxn ang="0">
                      <a:pos x="csX1365" y="csY1365"/>
                    </a:cxn>
                    <a:cxn ang="0">
                      <a:pos x="csX1366" y="csY1366"/>
                    </a:cxn>
                    <a:cxn ang="0">
                      <a:pos x="csX1367" y="csY1367"/>
                    </a:cxn>
                    <a:cxn ang="0">
                      <a:pos x="csX1368" y="csY1368"/>
                    </a:cxn>
                    <a:cxn ang="0">
                      <a:pos x="csX1369" y="csY1369"/>
                    </a:cxn>
                    <a:cxn ang="0">
                      <a:pos x="csX1370" y="csY1370"/>
                    </a:cxn>
                    <a:cxn ang="0">
                      <a:pos x="csX1371" y="csY1371"/>
                    </a:cxn>
                    <a:cxn ang="0">
                      <a:pos x="csX1372" y="csY1372"/>
                    </a:cxn>
                    <a:cxn ang="0">
                      <a:pos x="csX1373" y="csY1373"/>
                    </a:cxn>
                    <a:cxn ang="0">
                      <a:pos x="csX1374" y="csY1374"/>
                    </a:cxn>
                    <a:cxn ang="0">
                      <a:pos x="csX1375" y="csY1375"/>
                    </a:cxn>
                    <a:cxn ang="0">
                      <a:pos x="csX1376" y="csY1376"/>
                    </a:cxn>
                    <a:cxn ang="0">
                      <a:pos x="csX1377" y="csY1377"/>
                    </a:cxn>
                    <a:cxn ang="0">
                      <a:pos x="csX1378" y="csY1378"/>
                    </a:cxn>
                    <a:cxn ang="0">
                      <a:pos x="csX1379" y="csY1379"/>
                    </a:cxn>
                    <a:cxn ang="0">
                      <a:pos x="csX1380" y="csY1380"/>
                    </a:cxn>
                    <a:cxn ang="0">
                      <a:pos x="csX1381" y="csY1381"/>
                    </a:cxn>
                    <a:cxn ang="0">
                      <a:pos x="csX1382" y="csY1382"/>
                    </a:cxn>
                    <a:cxn ang="0">
                      <a:pos x="csX1383" y="csY1383"/>
                    </a:cxn>
                    <a:cxn ang="0">
                      <a:pos x="csX1384" y="csY1384"/>
                    </a:cxn>
                    <a:cxn ang="0">
                      <a:pos x="csX1385" y="csY1385"/>
                    </a:cxn>
                    <a:cxn ang="0">
                      <a:pos x="csX1386" y="csY1386"/>
                    </a:cxn>
                    <a:cxn ang="0">
                      <a:pos x="csX1387" y="csY1387"/>
                    </a:cxn>
                    <a:cxn ang="0">
                      <a:pos x="csX1388" y="csY1388"/>
                    </a:cxn>
                    <a:cxn ang="0">
                      <a:pos x="csX1389" y="csY1389"/>
                    </a:cxn>
                    <a:cxn ang="0">
                      <a:pos x="csX1390" y="csY1390"/>
                    </a:cxn>
                    <a:cxn ang="0">
                      <a:pos x="csX1391" y="csY1391"/>
                    </a:cxn>
                    <a:cxn ang="0">
                      <a:pos x="csX1392" y="csY1392"/>
                    </a:cxn>
                    <a:cxn ang="0">
                      <a:pos x="csX1393" y="csY1393"/>
                    </a:cxn>
                    <a:cxn ang="0">
                      <a:pos x="csX1394" y="csY1394"/>
                    </a:cxn>
                    <a:cxn ang="0">
                      <a:pos x="csX1395" y="csY1395"/>
                    </a:cxn>
                    <a:cxn ang="0">
                      <a:pos x="csX1396" y="csY1396"/>
                    </a:cxn>
                    <a:cxn ang="0">
                      <a:pos x="csX1397" y="csY1397"/>
                    </a:cxn>
                    <a:cxn ang="0">
                      <a:pos x="csX1398" y="csY1398"/>
                    </a:cxn>
                    <a:cxn ang="0">
                      <a:pos x="csX1399" y="csY1399"/>
                    </a:cxn>
                    <a:cxn ang="0">
                      <a:pos x="csX1400" y="csY1400"/>
                    </a:cxn>
                    <a:cxn ang="0">
                      <a:pos x="csX1401" y="csY1401"/>
                    </a:cxn>
                    <a:cxn ang="0">
                      <a:pos x="csX1402" y="csY1402"/>
                    </a:cxn>
                    <a:cxn ang="0">
                      <a:pos x="csX1403" y="csY1403"/>
                    </a:cxn>
                    <a:cxn ang="0">
                      <a:pos x="csX1404" y="csY1404"/>
                    </a:cxn>
                    <a:cxn ang="0">
                      <a:pos x="csX1405" y="csY1405"/>
                    </a:cxn>
                    <a:cxn ang="0">
                      <a:pos x="csX1406" y="csY1406"/>
                    </a:cxn>
                    <a:cxn ang="0">
                      <a:pos x="csX1407" y="csY1407"/>
                    </a:cxn>
                    <a:cxn ang="0">
                      <a:pos x="csX1408" y="csY1408"/>
                    </a:cxn>
                    <a:cxn ang="0">
                      <a:pos x="csX1409" y="csY1409"/>
                    </a:cxn>
                    <a:cxn ang="0">
                      <a:pos x="csX1410" y="csY1410"/>
                    </a:cxn>
                    <a:cxn ang="0">
                      <a:pos x="csX1411" y="csY1411"/>
                    </a:cxn>
                    <a:cxn ang="0">
                      <a:pos x="csX1412" y="csY1412"/>
                    </a:cxn>
                    <a:cxn ang="0">
                      <a:pos x="csX1413" y="csY1413"/>
                    </a:cxn>
                    <a:cxn ang="0">
                      <a:pos x="csX1414" y="csY1414"/>
                    </a:cxn>
                    <a:cxn ang="0">
                      <a:pos x="csX1415" y="csY1415"/>
                    </a:cxn>
                    <a:cxn ang="0">
                      <a:pos x="csX1416" y="csY1416"/>
                    </a:cxn>
                    <a:cxn ang="0">
                      <a:pos x="csX1417" y="csY1417"/>
                    </a:cxn>
                    <a:cxn ang="0">
                      <a:pos x="csX1418" y="csY1418"/>
                    </a:cxn>
                    <a:cxn ang="0">
                      <a:pos x="csX1419" y="csY1419"/>
                    </a:cxn>
                    <a:cxn ang="0">
                      <a:pos x="csX1420" y="csY1420"/>
                    </a:cxn>
                    <a:cxn ang="0">
                      <a:pos x="csX1421" y="csY1421"/>
                    </a:cxn>
                    <a:cxn ang="0">
                      <a:pos x="csX1422" y="csY1422"/>
                    </a:cxn>
                    <a:cxn ang="0">
                      <a:pos x="csX1423" y="csY1423"/>
                    </a:cxn>
                    <a:cxn ang="0">
                      <a:pos x="csX1424" y="csY1424"/>
                    </a:cxn>
                    <a:cxn ang="0">
                      <a:pos x="csX1425" y="csY1425"/>
                    </a:cxn>
                    <a:cxn ang="0">
                      <a:pos x="csX1426" y="csY1426"/>
                    </a:cxn>
                    <a:cxn ang="0">
                      <a:pos x="csX1427" y="csY1427"/>
                    </a:cxn>
                    <a:cxn ang="0">
                      <a:pos x="csX1428" y="csY1428"/>
                    </a:cxn>
                    <a:cxn ang="0">
                      <a:pos x="csX1429" y="csY1429"/>
                    </a:cxn>
                    <a:cxn ang="0">
                      <a:pos x="csX1430" y="csY1430"/>
                    </a:cxn>
                    <a:cxn ang="0">
                      <a:pos x="csX1431" y="csY1431"/>
                    </a:cxn>
                    <a:cxn ang="0">
                      <a:pos x="csX1432" y="csY1432"/>
                    </a:cxn>
                    <a:cxn ang="0">
                      <a:pos x="csX1433" y="csY1433"/>
                    </a:cxn>
                    <a:cxn ang="0">
                      <a:pos x="csX1434" y="csY1434"/>
                    </a:cxn>
                    <a:cxn ang="0">
                      <a:pos x="csX1435" y="csY1435"/>
                    </a:cxn>
                    <a:cxn ang="0">
                      <a:pos x="csX1436" y="csY1436"/>
                    </a:cxn>
                    <a:cxn ang="0">
                      <a:pos x="csX1437" y="csY1437"/>
                    </a:cxn>
                    <a:cxn ang="0">
                      <a:pos x="csX1438" y="csY1438"/>
                    </a:cxn>
                    <a:cxn ang="0">
                      <a:pos x="csX1439" y="csY1439"/>
                    </a:cxn>
                    <a:cxn ang="0">
                      <a:pos x="csX1440" y="csY1440"/>
                    </a:cxn>
                    <a:cxn ang="0">
                      <a:pos x="csX1441" y="csY1441"/>
                    </a:cxn>
                    <a:cxn ang="0">
                      <a:pos x="csX1442" y="csY1442"/>
                    </a:cxn>
                    <a:cxn ang="0">
                      <a:pos x="csX1443" y="csY1443"/>
                    </a:cxn>
                    <a:cxn ang="0">
                      <a:pos x="csX1444" y="csY1444"/>
                    </a:cxn>
                    <a:cxn ang="0">
                      <a:pos x="csX1445" y="csY1445"/>
                    </a:cxn>
                    <a:cxn ang="0">
                      <a:pos x="csX1446" y="csY1446"/>
                    </a:cxn>
                    <a:cxn ang="0">
                      <a:pos x="csX1447" y="csY1447"/>
                    </a:cxn>
                    <a:cxn ang="0">
                      <a:pos x="csX1448" y="csY1448"/>
                    </a:cxn>
                    <a:cxn ang="0">
                      <a:pos x="csX1449" y="csY1449"/>
                    </a:cxn>
                    <a:cxn ang="0">
                      <a:pos x="csX1450" y="csY1450"/>
                    </a:cxn>
                    <a:cxn ang="0">
                      <a:pos x="csX1451" y="csY1451"/>
                    </a:cxn>
                    <a:cxn ang="0">
                      <a:pos x="csX1452" y="csY1452"/>
                    </a:cxn>
                    <a:cxn ang="0">
                      <a:pos x="csX1453" y="csY1453"/>
                    </a:cxn>
                    <a:cxn ang="0">
                      <a:pos x="csX1454" y="csY1454"/>
                    </a:cxn>
                    <a:cxn ang="0">
                      <a:pos x="csX1455" y="csY1455"/>
                    </a:cxn>
                    <a:cxn ang="0">
                      <a:pos x="csX1456" y="csY1456"/>
                    </a:cxn>
                    <a:cxn ang="0">
                      <a:pos x="csX1457" y="csY1457"/>
                    </a:cxn>
                    <a:cxn ang="0">
                      <a:pos x="csX1458" y="csY1458"/>
                    </a:cxn>
                    <a:cxn ang="0">
                      <a:pos x="csX1459" y="csY1459"/>
                    </a:cxn>
                    <a:cxn ang="0">
                      <a:pos x="csX1460" y="csY1460"/>
                    </a:cxn>
                    <a:cxn ang="0">
                      <a:pos x="csX1461" y="csY1461"/>
                    </a:cxn>
                    <a:cxn ang="0">
                      <a:pos x="csX1462" y="csY1462"/>
                    </a:cxn>
                    <a:cxn ang="0">
                      <a:pos x="csX1463" y="csY1463"/>
                    </a:cxn>
                    <a:cxn ang="0">
                      <a:pos x="csX1464" y="csY1464"/>
                    </a:cxn>
                    <a:cxn ang="0">
                      <a:pos x="csX1465" y="csY1465"/>
                    </a:cxn>
                    <a:cxn ang="0">
                      <a:pos x="csX1466" y="csY1466"/>
                    </a:cxn>
                    <a:cxn ang="0">
                      <a:pos x="csX1467" y="csY1467"/>
                    </a:cxn>
                    <a:cxn ang="0">
                      <a:pos x="csX1468" y="csY1468"/>
                    </a:cxn>
                    <a:cxn ang="0">
                      <a:pos x="csX1469" y="csY1469"/>
                    </a:cxn>
                    <a:cxn ang="0">
                      <a:pos x="csX1470" y="csY1470"/>
                    </a:cxn>
                    <a:cxn ang="0">
                      <a:pos x="csX1471" y="csY1471"/>
                    </a:cxn>
                    <a:cxn ang="0">
                      <a:pos x="csX1472" y="csY1472"/>
                    </a:cxn>
                    <a:cxn ang="0">
                      <a:pos x="csX1473" y="csY1473"/>
                    </a:cxn>
                    <a:cxn ang="0">
                      <a:pos x="csX1474" y="csY1474"/>
                    </a:cxn>
                    <a:cxn ang="0">
                      <a:pos x="csX1475" y="csY1475"/>
                    </a:cxn>
                    <a:cxn ang="0">
                      <a:pos x="csX1476" y="csY1476"/>
                    </a:cxn>
                    <a:cxn ang="0">
                      <a:pos x="csX1477" y="csY1477"/>
                    </a:cxn>
                    <a:cxn ang="0">
                      <a:pos x="csX1478" y="csY1478"/>
                    </a:cxn>
                    <a:cxn ang="0">
                      <a:pos x="csX1479" y="csY1479"/>
                    </a:cxn>
                    <a:cxn ang="0">
                      <a:pos x="csX1480" y="csY1480"/>
                    </a:cxn>
                    <a:cxn ang="0">
                      <a:pos x="csX1481" y="csY1481"/>
                    </a:cxn>
                    <a:cxn ang="0">
                      <a:pos x="csX1482" y="csY1482"/>
                    </a:cxn>
                    <a:cxn ang="0">
                      <a:pos x="csX1483" y="csY1483"/>
                    </a:cxn>
                    <a:cxn ang="0">
                      <a:pos x="csX1484" y="csY1484"/>
                    </a:cxn>
                    <a:cxn ang="0">
                      <a:pos x="csX1485" y="csY1485"/>
                    </a:cxn>
                    <a:cxn ang="0">
                      <a:pos x="csX1486" y="csY1486"/>
                    </a:cxn>
                    <a:cxn ang="0">
                      <a:pos x="csX1487" y="csY1487"/>
                    </a:cxn>
                    <a:cxn ang="0">
                      <a:pos x="csX1488" y="csY1488"/>
                    </a:cxn>
                    <a:cxn ang="0">
                      <a:pos x="csX1489" y="csY1489"/>
                    </a:cxn>
                    <a:cxn ang="0">
                      <a:pos x="csX1490" y="csY1490"/>
                    </a:cxn>
                    <a:cxn ang="0">
                      <a:pos x="csX1491" y="csY1491"/>
                    </a:cxn>
                    <a:cxn ang="0">
                      <a:pos x="csX1492" y="csY1492"/>
                    </a:cxn>
                    <a:cxn ang="0">
                      <a:pos x="csX1493" y="csY1493"/>
                    </a:cxn>
                    <a:cxn ang="0">
                      <a:pos x="csX1494" y="csY1494"/>
                    </a:cxn>
                    <a:cxn ang="0">
                      <a:pos x="csX1495" y="csY1495"/>
                    </a:cxn>
                    <a:cxn ang="0">
                      <a:pos x="csX1496" y="csY1496"/>
                    </a:cxn>
                    <a:cxn ang="0">
                      <a:pos x="csX1497" y="csY1497"/>
                    </a:cxn>
                    <a:cxn ang="0">
                      <a:pos x="csX1498" y="csY1498"/>
                    </a:cxn>
                    <a:cxn ang="0">
                      <a:pos x="csX1499" y="csY1499"/>
                    </a:cxn>
                    <a:cxn ang="0">
                      <a:pos x="csX1500" y="csY1500"/>
                    </a:cxn>
                    <a:cxn ang="0">
                      <a:pos x="csX1501" y="csY1501"/>
                    </a:cxn>
                    <a:cxn ang="0">
                      <a:pos x="csX1502" y="csY1502"/>
                    </a:cxn>
                    <a:cxn ang="0">
                      <a:pos x="csX1503" y="csY1503"/>
                    </a:cxn>
                    <a:cxn ang="0">
                      <a:pos x="csX1504" y="csY1504"/>
                    </a:cxn>
                    <a:cxn ang="0">
                      <a:pos x="csX1505" y="csY1505"/>
                    </a:cxn>
                    <a:cxn ang="0">
                      <a:pos x="csX1506" y="csY1506"/>
                    </a:cxn>
                    <a:cxn ang="0">
                      <a:pos x="csX1507" y="csY1507"/>
                    </a:cxn>
                    <a:cxn ang="0">
                      <a:pos x="csX1508" y="csY1508"/>
                    </a:cxn>
                    <a:cxn ang="0">
                      <a:pos x="csX1509" y="csY1509"/>
                    </a:cxn>
                    <a:cxn ang="0">
                      <a:pos x="csX1510" y="csY1510"/>
                    </a:cxn>
                    <a:cxn ang="0">
                      <a:pos x="csX1511" y="csY1511"/>
                    </a:cxn>
                    <a:cxn ang="0">
                      <a:pos x="csX1512" y="csY1512"/>
                    </a:cxn>
                    <a:cxn ang="0">
                      <a:pos x="csX1513" y="csY1513"/>
                    </a:cxn>
                    <a:cxn ang="0">
                      <a:pos x="csX1514" y="csY1514"/>
                    </a:cxn>
                    <a:cxn ang="0">
                      <a:pos x="csX1515" y="csY1515"/>
                    </a:cxn>
                    <a:cxn ang="0">
                      <a:pos x="csX1516" y="csY1516"/>
                    </a:cxn>
                    <a:cxn ang="0">
                      <a:pos x="csX1517" y="csY1517"/>
                    </a:cxn>
                    <a:cxn ang="0">
                      <a:pos x="csX1518" y="csY1518"/>
                    </a:cxn>
                    <a:cxn ang="0">
                      <a:pos x="csX1519" y="csY1519"/>
                    </a:cxn>
                    <a:cxn ang="0">
                      <a:pos x="csX1520" y="csY1520"/>
                    </a:cxn>
                    <a:cxn ang="0">
                      <a:pos x="csX1521" y="csY1521"/>
                    </a:cxn>
                    <a:cxn ang="0">
                      <a:pos x="csX1522" y="csY1522"/>
                    </a:cxn>
                    <a:cxn ang="0">
                      <a:pos x="csX1523" y="csY1523"/>
                    </a:cxn>
                    <a:cxn ang="0">
                      <a:pos x="csX1524" y="csY1524"/>
                    </a:cxn>
                    <a:cxn ang="0">
                      <a:pos x="csX1525" y="csY1525"/>
                    </a:cxn>
                    <a:cxn ang="0">
                      <a:pos x="csX1526" y="csY1526"/>
                    </a:cxn>
                    <a:cxn ang="0">
                      <a:pos x="csX1527" y="csY1527"/>
                    </a:cxn>
                    <a:cxn ang="0">
                      <a:pos x="csX1528" y="csY1528"/>
                    </a:cxn>
                    <a:cxn ang="0">
                      <a:pos x="csX1529" y="csY1529"/>
                    </a:cxn>
                    <a:cxn ang="0">
                      <a:pos x="csX1530" y="csY1530"/>
                    </a:cxn>
                    <a:cxn ang="0">
                      <a:pos x="csX1531" y="csY1531"/>
                    </a:cxn>
                    <a:cxn ang="0">
                      <a:pos x="csX1532" y="csY1532"/>
                    </a:cxn>
                    <a:cxn ang="0">
                      <a:pos x="csX1533" y="csY1533"/>
                    </a:cxn>
                    <a:cxn ang="0">
                      <a:pos x="csX1534" y="csY1534"/>
                    </a:cxn>
                    <a:cxn ang="0">
                      <a:pos x="csX1535" y="csY1535"/>
                    </a:cxn>
                    <a:cxn ang="0">
                      <a:pos x="csX1536" y="csY1536"/>
                    </a:cxn>
                    <a:cxn ang="0">
                      <a:pos x="csX1537" y="csY1537"/>
                    </a:cxn>
                    <a:cxn ang="0">
                      <a:pos x="csX1538" y="csY1538"/>
                    </a:cxn>
                    <a:cxn ang="0">
                      <a:pos x="csX1539" y="csY1539"/>
                    </a:cxn>
                    <a:cxn ang="0">
                      <a:pos x="csX1540" y="csY1540"/>
                    </a:cxn>
                    <a:cxn ang="0">
                      <a:pos x="csX1541" y="csY1541"/>
                    </a:cxn>
                    <a:cxn ang="0">
                      <a:pos x="csX1542" y="csY1542"/>
                    </a:cxn>
                    <a:cxn ang="0">
                      <a:pos x="csX1543" y="csY1543"/>
                    </a:cxn>
                    <a:cxn ang="0">
                      <a:pos x="csX1544" y="csY1544"/>
                    </a:cxn>
                    <a:cxn ang="0">
                      <a:pos x="csX1545" y="csY1545"/>
                    </a:cxn>
                    <a:cxn ang="0">
                      <a:pos x="csX1546" y="csY1546"/>
                    </a:cxn>
                    <a:cxn ang="0">
                      <a:pos x="csX1547" y="csY1547"/>
                    </a:cxn>
                    <a:cxn ang="0">
                      <a:pos x="csX1548" y="csY1548"/>
                    </a:cxn>
                    <a:cxn ang="0">
                      <a:pos x="csX1549" y="csY1549"/>
                    </a:cxn>
                    <a:cxn ang="0">
                      <a:pos x="csX1550" y="csY1550"/>
                    </a:cxn>
                    <a:cxn ang="0">
                      <a:pos x="csX1551" y="csY1551"/>
                    </a:cxn>
                    <a:cxn ang="0">
                      <a:pos x="csX1552" y="csY1552"/>
                    </a:cxn>
                    <a:cxn ang="0">
                      <a:pos x="csX1553" y="csY1553"/>
                    </a:cxn>
                    <a:cxn ang="0">
                      <a:pos x="csX1554" y="csY1554"/>
                    </a:cxn>
                    <a:cxn ang="0">
                      <a:pos x="csX1555" y="csY1555"/>
                    </a:cxn>
                    <a:cxn ang="0">
                      <a:pos x="csX1556" y="csY1556"/>
                    </a:cxn>
                    <a:cxn ang="0">
                      <a:pos x="csX1557" y="csY1557"/>
                    </a:cxn>
                    <a:cxn ang="0">
                      <a:pos x="csX1558" y="csY1558"/>
                    </a:cxn>
                    <a:cxn ang="0">
                      <a:pos x="csX1559" y="csY1559"/>
                    </a:cxn>
                    <a:cxn ang="0">
                      <a:pos x="csX1560" y="csY1560"/>
                    </a:cxn>
                    <a:cxn ang="0">
                      <a:pos x="csX1561" y="csY1561"/>
                    </a:cxn>
                    <a:cxn ang="0">
                      <a:pos x="csX1562" y="csY1562"/>
                    </a:cxn>
                    <a:cxn ang="0">
                      <a:pos x="csX1563" y="csY1563"/>
                    </a:cxn>
                    <a:cxn ang="0">
                      <a:pos x="csX1564" y="csY1564"/>
                    </a:cxn>
                    <a:cxn ang="0">
                      <a:pos x="csX1565" y="csY1565"/>
                    </a:cxn>
                    <a:cxn ang="0">
                      <a:pos x="csX1566" y="csY1566"/>
                    </a:cxn>
                    <a:cxn ang="0">
                      <a:pos x="csX1567" y="csY1567"/>
                    </a:cxn>
                    <a:cxn ang="0">
                      <a:pos x="csX1568" y="csY1568"/>
                    </a:cxn>
                    <a:cxn ang="0">
                      <a:pos x="csX1569" y="csY1569"/>
                    </a:cxn>
                    <a:cxn ang="0">
                      <a:pos x="csX1570" y="csY1570"/>
                    </a:cxn>
                    <a:cxn ang="0">
                      <a:pos x="csX1571" y="csY1571"/>
                    </a:cxn>
                    <a:cxn ang="0">
                      <a:pos x="csX1572" y="csY1572"/>
                    </a:cxn>
                    <a:cxn ang="0">
                      <a:pos x="csX1573" y="csY1573"/>
                    </a:cxn>
                    <a:cxn ang="0">
                      <a:pos x="csX1574" y="csY1574"/>
                    </a:cxn>
                    <a:cxn ang="0">
                      <a:pos x="csX1575" y="csY1575"/>
                    </a:cxn>
                    <a:cxn ang="0">
                      <a:pos x="csX1576" y="csY1576"/>
                    </a:cxn>
                    <a:cxn ang="0">
                      <a:pos x="csX1577" y="csY1577"/>
                    </a:cxn>
                    <a:cxn ang="0">
                      <a:pos x="csX1578" y="csY1578"/>
                    </a:cxn>
                    <a:cxn ang="0">
                      <a:pos x="csX1579" y="csY1579"/>
                    </a:cxn>
                    <a:cxn ang="0">
                      <a:pos x="csX1580" y="csY1580"/>
                    </a:cxn>
                    <a:cxn ang="0">
                      <a:pos x="csX1581" y="csY1581"/>
                    </a:cxn>
                    <a:cxn ang="0">
                      <a:pos x="csX1582" y="csY1582"/>
                    </a:cxn>
                    <a:cxn ang="0">
                      <a:pos x="csX1583" y="csY1583"/>
                    </a:cxn>
                    <a:cxn ang="0">
                      <a:pos x="csX1584" y="csY1584"/>
                    </a:cxn>
                    <a:cxn ang="0">
                      <a:pos x="csX1585" y="csY1585"/>
                    </a:cxn>
                    <a:cxn ang="0">
                      <a:pos x="csX1586" y="csY1586"/>
                    </a:cxn>
                    <a:cxn ang="0">
                      <a:pos x="csX1587" y="csY1587"/>
                    </a:cxn>
                    <a:cxn ang="0">
                      <a:pos x="csX1588" y="csY1588"/>
                    </a:cxn>
                    <a:cxn ang="0">
                      <a:pos x="csX1589" y="csY1589"/>
                    </a:cxn>
                    <a:cxn ang="0">
                      <a:pos x="csX1590" y="csY1590"/>
                    </a:cxn>
                    <a:cxn ang="0">
                      <a:pos x="csX1591" y="csY1591"/>
                    </a:cxn>
                    <a:cxn ang="0">
                      <a:pos x="csX1592" y="csY1592"/>
                    </a:cxn>
                    <a:cxn ang="0">
                      <a:pos x="csX1593" y="csY1593"/>
                    </a:cxn>
                    <a:cxn ang="0">
                      <a:pos x="csX1594" y="csY1594"/>
                    </a:cxn>
                    <a:cxn ang="0">
                      <a:pos x="csX1595" y="csY1595"/>
                    </a:cxn>
                    <a:cxn ang="0">
                      <a:pos x="csX1596" y="csY1596"/>
                    </a:cxn>
                    <a:cxn ang="0">
                      <a:pos x="csX1597" y="csY1597"/>
                    </a:cxn>
                    <a:cxn ang="0">
                      <a:pos x="csX1598" y="csY1598"/>
                    </a:cxn>
                    <a:cxn ang="0">
                      <a:pos x="csX1599" y="csY1599"/>
                    </a:cxn>
                    <a:cxn ang="0">
                      <a:pos x="csX1600" y="csY1600"/>
                    </a:cxn>
                    <a:cxn ang="0">
                      <a:pos x="csX1601" y="csY1601"/>
                    </a:cxn>
                    <a:cxn ang="0">
                      <a:pos x="csX1602" y="csY1602"/>
                    </a:cxn>
                    <a:cxn ang="0">
                      <a:pos x="csX1603" y="csY1603"/>
                    </a:cxn>
                    <a:cxn ang="0">
                      <a:pos x="csX1604" y="csY1604"/>
                    </a:cxn>
                    <a:cxn ang="0">
                      <a:pos x="csX1605" y="csY1605"/>
                    </a:cxn>
                    <a:cxn ang="0">
                      <a:pos x="csX1606" y="csY1606"/>
                    </a:cxn>
                    <a:cxn ang="0">
                      <a:pos x="csX1607" y="csY1607"/>
                    </a:cxn>
                    <a:cxn ang="0">
                      <a:pos x="csX1608" y="csY1608"/>
                    </a:cxn>
                    <a:cxn ang="0">
                      <a:pos x="csX1609" y="csY1609"/>
                    </a:cxn>
                    <a:cxn ang="0">
                      <a:pos x="csX1610" y="csY1610"/>
                    </a:cxn>
                    <a:cxn ang="0">
                      <a:pos x="csX1611" y="csY1611"/>
                    </a:cxn>
                    <a:cxn ang="0">
                      <a:pos x="csX1612" y="csY1612"/>
                    </a:cxn>
                    <a:cxn ang="0">
                      <a:pos x="csX1613" y="csY1613"/>
                    </a:cxn>
                    <a:cxn ang="0">
                      <a:pos x="csX1614" y="csY1614"/>
                    </a:cxn>
                    <a:cxn ang="0">
                      <a:pos x="csX1615" y="csY1615"/>
                    </a:cxn>
                    <a:cxn ang="0">
                      <a:pos x="csX1616" y="csY1616"/>
                    </a:cxn>
                    <a:cxn ang="0">
                      <a:pos x="csX1617" y="csY1617"/>
                    </a:cxn>
                    <a:cxn ang="0">
                      <a:pos x="csX1618" y="csY1618"/>
                    </a:cxn>
                    <a:cxn ang="0">
                      <a:pos x="csX1619" y="csY1619"/>
                    </a:cxn>
                    <a:cxn ang="0">
                      <a:pos x="csX1620" y="csY1620"/>
                    </a:cxn>
                    <a:cxn ang="0">
                      <a:pos x="csX1621" y="csY1621"/>
                    </a:cxn>
                    <a:cxn ang="0">
                      <a:pos x="csX1622" y="csY1622"/>
                    </a:cxn>
                    <a:cxn ang="0">
                      <a:pos x="csX1623" y="csY1623"/>
                    </a:cxn>
                    <a:cxn ang="0">
                      <a:pos x="csX1624" y="csY1624"/>
                    </a:cxn>
                    <a:cxn ang="0">
                      <a:pos x="csX1625" y="csY1625"/>
                    </a:cxn>
                    <a:cxn ang="0">
                      <a:pos x="csX1626" y="csY1626"/>
                    </a:cxn>
                    <a:cxn ang="0">
                      <a:pos x="csX1627" y="csY1627"/>
                    </a:cxn>
                    <a:cxn ang="0">
                      <a:pos x="csX1628" y="csY1628"/>
                    </a:cxn>
                    <a:cxn ang="0">
                      <a:pos x="csX1629" y="csY1629"/>
                    </a:cxn>
                    <a:cxn ang="0">
                      <a:pos x="csX1630" y="csY1630"/>
                    </a:cxn>
                    <a:cxn ang="0">
                      <a:pos x="csX1631" y="csY1631"/>
                    </a:cxn>
                    <a:cxn ang="0">
                      <a:pos x="csX1632" y="csY1632"/>
                    </a:cxn>
                    <a:cxn ang="0">
                      <a:pos x="csX1633" y="csY1633"/>
                    </a:cxn>
                    <a:cxn ang="0">
                      <a:pos x="csX1634" y="csY1634"/>
                    </a:cxn>
                    <a:cxn ang="0">
                      <a:pos x="csX1635" y="csY1635"/>
                    </a:cxn>
                    <a:cxn ang="0">
                      <a:pos x="csX1636" y="csY1636"/>
                    </a:cxn>
                    <a:cxn ang="0">
                      <a:pos x="csX1637" y="csY1637"/>
                    </a:cxn>
                    <a:cxn ang="0">
                      <a:pos x="csX1638" y="csY1638"/>
                    </a:cxn>
                    <a:cxn ang="0">
                      <a:pos x="csX1639" y="csY1639"/>
                    </a:cxn>
                    <a:cxn ang="0">
                      <a:pos x="csX1640" y="csY1640"/>
                    </a:cxn>
                    <a:cxn ang="0">
                      <a:pos x="csX1641" y="csY1641"/>
                    </a:cxn>
                    <a:cxn ang="0">
                      <a:pos x="csX1642" y="csY1642"/>
                    </a:cxn>
                    <a:cxn ang="0">
                      <a:pos x="csX1643" y="csY1643"/>
                    </a:cxn>
                    <a:cxn ang="0">
                      <a:pos x="csX1644" y="csY1644"/>
                    </a:cxn>
                    <a:cxn ang="0">
                      <a:pos x="csX1645" y="csY1645"/>
                    </a:cxn>
                    <a:cxn ang="0">
                      <a:pos x="csX1646" y="csY1646"/>
                    </a:cxn>
                    <a:cxn ang="0">
                      <a:pos x="csX1647" y="csY1647"/>
                    </a:cxn>
                    <a:cxn ang="0">
                      <a:pos x="csX1648" y="csY1648"/>
                    </a:cxn>
                    <a:cxn ang="0">
                      <a:pos x="csX1649" y="csY1649"/>
                    </a:cxn>
                    <a:cxn ang="0">
                      <a:pos x="csX1650" y="csY1650"/>
                    </a:cxn>
                    <a:cxn ang="0">
                      <a:pos x="csX1651" y="csY1651"/>
                    </a:cxn>
                    <a:cxn ang="0">
                      <a:pos x="csX1652" y="csY1652"/>
                    </a:cxn>
                    <a:cxn ang="0">
                      <a:pos x="csX1653" y="csY1653"/>
                    </a:cxn>
                    <a:cxn ang="0">
                      <a:pos x="csX1654" y="csY1654"/>
                    </a:cxn>
                    <a:cxn ang="0">
                      <a:pos x="csX1655" y="csY1655"/>
                    </a:cxn>
                    <a:cxn ang="0">
                      <a:pos x="csX1656" y="csY1656"/>
                    </a:cxn>
                    <a:cxn ang="0">
                      <a:pos x="csX1657" y="csY1657"/>
                    </a:cxn>
                    <a:cxn ang="0">
                      <a:pos x="csX1658" y="csY1658"/>
                    </a:cxn>
                    <a:cxn ang="0">
                      <a:pos x="csX1659" y="csY1659"/>
                    </a:cxn>
                    <a:cxn ang="0">
                      <a:pos x="csX1660" y="csY1660"/>
                    </a:cxn>
                    <a:cxn ang="0">
                      <a:pos x="csX1661" y="csY1661"/>
                    </a:cxn>
                    <a:cxn ang="0">
                      <a:pos x="csX1662" y="csY1662"/>
                    </a:cxn>
                    <a:cxn ang="0">
                      <a:pos x="csX1663" y="csY1663"/>
                    </a:cxn>
                    <a:cxn ang="0">
                      <a:pos x="csX1664" y="csY1664"/>
                    </a:cxn>
                    <a:cxn ang="0">
                      <a:pos x="csX1665" y="csY1665"/>
                    </a:cxn>
                    <a:cxn ang="0">
                      <a:pos x="csX1666" y="csY1666"/>
                    </a:cxn>
                    <a:cxn ang="0">
                      <a:pos x="csX1667" y="csY1667"/>
                    </a:cxn>
                    <a:cxn ang="0">
                      <a:pos x="csX1668" y="csY1668"/>
                    </a:cxn>
                    <a:cxn ang="0">
                      <a:pos x="csX1669" y="csY1669"/>
                    </a:cxn>
                    <a:cxn ang="0">
                      <a:pos x="csX1670" y="csY1670"/>
                    </a:cxn>
                    <a:cxn ang="0">
                      <a:pos x="csX1671" y="csY1671"/>
                    </a:cxn>
                    <a:cxn ang="0">
                      <a:pos x="csX1672" y="csY1672"/>
                    </a:cxn>
                    <a:cxn ang="0">
                      <a:pos x="csX1673" y="csY1673"/>
                    </a:cxn>
                    <a:cxn ang="0">
                      <a:pos x="csX1674" y="csY1674"/>
                    </a:cxn>
                    <a:cxn ang="0">
                      <a:pos x="csX1675" y="csY1675"/>
                    </a:cxn>
                    <a:cxn ang="0">
                      <a:pos x="csX1676" y="csY1676"/>
                    </a:cxn>
                    <a:cxn ang="0">
                      <a:pos x="csX1677" y="csY1677"/>
                    </a:cxn>
                    <a:cxn ang="0">
                      <a:pos x="csX1678" y="csY1678"/>
                    </a:cxn>
                    <a:cxn ang="0">
                      <a:pos x="csX1679" y="csY1679"/>
                    </a:cxn>
                    <a:cxn ang="0">
                      <a:pos x="csX1680" y="csY1680"/>
                    </a:cxn>
                    <a:cxn ang="0">
                      <a:pos x="csX1681" y="csY1681"/>
                    </a:cxn>
                    <a:cxn ang="0">
                      <a:pos x="csX1682" y="csY1682"/>
                    </a:cxn>
                    <a:cxn ang="0">
                      <a:pos x="csX1683" y="csY1683"/>
                    </a:cxn>
                    <a:cxn ang="0">
                      <a:pos x="csX1684" y="csY1684"/>
                    </a:cxn>
                    <a:cxn ang="0">
                      <a:pos x="csX1685" y="csY1685"/>
                    </a:cxn>
                    <a:cxn ang="0">
                      <a:pos x="csX1686" y="csY1686"/>
                    </a:cxn>
                    <a:cxn ang="0">
                      <a:pos x="csX1687" y="csY1687"/>
                    </a:cxn>
                    <a:cxn ang="0">
                      <a:pos x="csX1688" y="csY1688"/>
                    </a:cxn>
                    <a:cxn ang="0">
                      <a:pos x="csX1689" y="csY1689"/>
                    </a:cxn>
                    <a:cxn ang="0">
                      <a:pos x="csX1690" y="csY1690"/>
                    </a:cxn>
                    <a:cxn ang="0">
                      <a:pos x="csX1691" y="csY1691"/>
                    </a:cxn>
                    <a:cxn ang="0">
                      <a:pos x="csX1692" y="csY1692"/>
                    </a:cxn>
                    <a:cxn ang="0">
                      <a:pos x="csX1693" y="csY1693"/>
                    </a:cxn>
                    <a:cxn ang="0">
                      <a:pos x="csX1694" y="csY1694"/>
                    </a:cxn>
                    <a:cxn ang="0">
                      <a:pos x="csX1695" y="csY1695"/>
                    </a:cxn>
                    <a:cxn ang="0">
                      <a:pos x="csX1696" y="csY1696"/>
                    </a:cxn>
                    <a:cxn ang="0">
                      <a:pos x="csX1697" y="csY1697"/>
                    </a:cxn>
                    <a:cxn ang="0">
                      <a:pos x="csX1698" y="csY1698"/>
                    </a:cxn>
                    <a:cxn ang="0">
                      <a:pos x="csX1699" y="csY1699"/>
                    </a:cxn>
                    <a:cxn ang="0">
                      <a:pos x="csX1700" y="csY1700"/>
                    </a:cxn>
                    <a:cxn ang="0">
                      <a:pos x="csX1701" y="csY1701"/>
                    </a:cxn>
                    <a:cxn ang="0">
                      <a:pos x="csX1702" y="csY1702"/>
                    </a:cxn>
                    <a:cxn ang="0">
                      <a:pos x="csX1703" y="csY1703"/>
                    </a:cxn>
                    <a:cxn ang="0">
                      <a:pos x="csX1704" y="csY1704"/>
                    </a:cxn>
                    <a:cxn ang="0">
                      <a:pos x="csX1705" y="csY1705"/>
                    </a:cxn>
                    <a:cxn ang="0">
                      <a:pos x="csX1706" y="csY1706"/>
                    </a:cxn>
                    <a:cxn ang="0">
                      <a:pos x="csX1707" y="csY1707"/>
                    </a:cxn>
                    <a:cxn ang="0">
                      <a:pos x="csX1708" y="csY1708"/>
                    </a:cxn>
                    <a:cxn ang="0">
                      <a:pos x="csX1709" y="csY1709"/>
                    </a:cxn>
                    <a:cxn ang="0">
                      <a:pos x="csX1710" y="csY1710"/>
                    </a:cxn>
                    <a:cxn ang="0">
                      <a:pos x="csX1711" y="csY1711"/>
                    </a:cxn>
                    <a:cxn ang="0">
                      <a:pos x="csX1712" y="csY1712"/>
                    </a:cxn>
                    <a:cxn ang="0">
                      <a:pos x="csX1713" y="csY1713"/>
                    </a:cxn>
                    <a:cxn ang="0">
                      <a:pos x="csX1714" y="csY1714"/>
                    </a:cxn>
                    <a:cxn ang="0">
                      <a:pos x="csX1715" y="csY1715"/>
                    </a:cxn>
                    <a:cxn ang="0">
                      <a:pos x="csX1716" y="csY1716"/>
                    </a:cxn>
                    <a:cxn ang="0">
                      <a:pos x="csX1717" y="csY1717"/>
                    </a:cxn>
                    <a:cxn ang="0">
                      <a:pos x="csX1718" y="csY1718"/>
                    </a:cxn>
                    <a:cxn ang="0">
                      <a:pos x="csX1719" y="csY1719"/>
                    </a:cxn>
                    <a:cxn ang="0">
                      <a:pos x="csX1720" y="csY1720"/>
                    </a:cxn>
                    <a:cxn ang="0">
                      <a:pos x="csX1721" y="csY1721"/>
                    </a:cxn>
                    <a:cxn ang="0">
                      <a:pos x="csX1722" y="csY1722"/>
                    </a:cxn>
                    <a:cxn ang="0">
                      <a:pos x="csX1723" y="csY1723"/>
                    </a:cxn>
                    <a:cxn ang="0">
                      <a:pos x="csX1724" y="csY1724"/>
                    </a:cxn>
                    <a:cxn ang="0">
                      <a:pos x="csX1725" y="csY1725"/>
                    </a:cxn>
                    <a:cxn ang="0">
                      <a:pos x="csX1726" y="csY1726"/>
                    </a:cxn>
                    <a:cxn ang="0">
                      <a:pos x="csX1727" y="csY1727"/>
                    </a:cxn>
                    <a:cxn ang="0">
                      <a:pos x="csX1728" y="csY1728"/>
                    </a:cxn>
                    <a:cxn ang="0">
                      <a:pos x="csX1729" y="csY1729"/>
                    </a:cxn>
                    <a:cxn ang="0">
                      <a:pos x="csX1730" y="csY1730"/>
                    </a:cxn>
                    <a:cxn ang="0">
                      <a:pos x="csX1731" y="csY1731"/>
                    </a:cxn>
                    <a:cxn ang="0">
                      <a:pos x="csX1732" y="csY1732"/>
                    </a:cxn>
                    <a:cxn ang="0">
                      <a:pos x="csX1733" y="csY1733"/>
                    </a:cxn>
                    <a:cxn ang="0">
                      <a:pos x="csX1734" y="csY1734"/>
                    </a:cxn>
                    <a:cxn ang="0">
                      <a:pos x="csX1735" y="csY1735"/>
                    </a:cxn>
                    <a:cxn ang="0">
                      <a:pos x="csX1736" y="csY1736"/>
                    </a:cxn>
                    <a:cxn ang="0">
                      <a:pos x="csX1737" y="csY1737"/>
                    </a:cxn>
                    <a:cxn ang="0">
                      <a:pos x="csX1738" y="csY1738"/>
                    </a:cxn>
                    <a:cxn ang="0">
                      <a:pos x="csX1739" y="csY1739"/>
                    </a:cxn>
                    <a:cxn ang="0">
                      <a:pos x="csX1740" y="csY1740"/>
                    </a:cxn>
                    <a:cxn ang="0">
                      <a:pos x="csX1741" y="csY1741"/>
                    </a:cxn>
                    <a:cxn ang="0">
                      <a:pos x="csX1742" y="csY1742"/>
                    </a:cxn>
                    <a:cxn ang="0">
                      <a:pos x="csX1743" y="csY1743"/>
                    </a:cxn>
                    <a:cxn ang="0">
                      <a:pos x="csX1744" y="csY1744"/>
                    </a:cxn>
                    <a:cxn ang="0">
                      <a:pos x="csX1745" y="csY1745"/>
                    </a:cxn>
                    <a:cxn ang="0">
                      <a:pos x="csX1746" y="csY1746"/>
                    </a:cxn>
                    <a:cxn ang="0">
                      <a:pos x="csX1747" y="csY1747"/>
                    </a:cxn>
                    <a:cxn ang="0">
                      <a:pos x="csX1748" y="csY1748"/>
                    </a:cxn>
                    <a:cxn ang="0">
                      <a:pos x="csX1749" y="csY1749"/>
                    </a:cxn>
                    <a:cxn ang="0">
                      <a:pos x="csX1750" y="csY1750"/>
                    </a:cxn>
                    <a:cxn ang="0">
                      <a:pos x="csX1751" y="csY1751"/>
                    </a:cxn>
                    <a:cxn ang="0">
                      <a:pos x="csX1752" y="csY1752"/>
                    </a:cxn>
                    <a:cxn ang="0">
                      <a:pos x="csX1753" y="csY1753"/>
                    </a:cxn>
                    <a:cxn ang="0">
                      <a:pos x="csX1754" y="csY1754"/>
                    </a:cxn>
                    <a:cxn ang="0">
                      <a:pos x="csX1755" y="csY1755"/>
                    </a:cxn>
                    <a:cxn ang="0">
                      <a:pos x="csX1756" y="csY1756"/>
                    </a:cxn>
                    <a:cxn ang="0">
                      <a:pos x="csX1757" y="csY1757"/>
                    </a:cxn>
                    <a:cxn ang="0">
                      <a:pos x="csX1758" y="csY1758"/>
                    </a:cxn>
                    <a:cxn ang="0">
                      <a:pos x="csX1759" y="csY1759"/>
                    </a:cxn>
                    <a:cxn ang="0">
                      <a:pos x="csX1760" y="csY1760"/>
                    </a:cxn>
                    <a:cxn ang="0">
                      <a:pos x="csX1761" y="csY1761"/>
                    </a:cxn>
                    <a:cxn ang="0">
                      <a:pos x="csX1762" y="csY1762"/>
                    </a:cxn>
                    <a:cxn ang="0">
                      <a:pos x="csX1763" y="csY1763"/>
                    </a:cxn>
                    <a:cxn ang="0">
                      <a:pos x="csX1764" y="csY1764"/>
                    </a:cxn>
                    <a:cxn ang="0">
                      <a:pos x="csX1765" y="csY1765"/>
                    </a:cxn>
                    <a:cxn ang="0">
                      <a:pos x="csX1766" y="csY1766"/>
                    </a:cxn>
                    <a:cxn ang="0">
                      <a:pos x="csX1767" y="csY1767"/>
                    </a:cxn>
                    <a:cxn ang="0">
                      <a:pos x="csX1768" y="csY1768"/>
                    </a:cxn>
                    <a:cxn ang="0">
                      <a:pos x="csX1769" y="csY1769"/>
                    </a:cxn>
                    <a:cxn ang="0">
                      <a:pos x="csX1770" y="csY1770"/>
                    </a:cxn>
                    <a:cxn ang="0">
                      <a:pos x="csX1771" y="csY1771"/>
                    </a:cxn>
                    <a:cxn ang="0">
                      <a:pos x="csX1772" y="csY1772"/>
                    </a:cxn>
                    <a:cxn ang="0">
                      <a:pos x="csX1773" y="csY1773"/>
                    </a:cxn>
                    <a:cxn ang="0">
                      <a:pos x="csX1774" y="csY1774"/>
                    </a:cxn>
                    <a:cxn ang="0">
                      <a:pos x="csX1775" y="csY1775"/>
                    </a:cxn>
                    <a:cxn ang="0">
                      <a:pos x="csX1776" y="csY1776"/>
                    </a:cxn>
                    <a:cxn ang="0">
                      <a:pos x="csX1777" y="csY1777"/>
                    </a:cxn>
                    <a:cxn ang="0">
                      <a:pos x="csX1778" y="csY1778"/>
                    </a:cxn>
                    <a:cxn ang="0">
                      <a:pos x="csX1779" y="csY1779"/>
                    </a:cxn>
                    <a:cxn ang="0">
                      <a:pos x="csX1780" y="csY1780"/>
                    </a:cxn>
                    <a:cxn ang="0">
                      <a:pos x="csX1781" y="csY1781"/>
                    </a:cxn>
                    <a:cxn ang="0">
                      <a:pos x="csX1782" y="csY1782"/>
                    </a:cxn>
                    <a:cxn ang="0">
                      <a:pos x="csX1783" y="csY1783"/>
                    </a:cxn>
                    <a:cxn ang="0">
                      <a:pos x="csX1784" y="csY1784"/>
                    </a:cxn>
                    <a:cxn ang="0">
                      <a:pos x="csX1785" y="csY1785"/>
                    </a:cxn>
                    <a:cxn ang="0">
                      <a:pos x="csX1786" y="csY1786"/>
                    </a:cxn>
                    <a:cxn ang="0">
                      <a:pos x="csX1787" y="csY1787"/>
                    </a:cxn>
                    <a:cxn ang="0">
                      <a:pos x="csX1788" y="csY1788"/>
                    </a:cxn>
                    <a:cxn ang="0">
                      <a:pos x="csX1789" y="csY1789"/>
                    </a:cxn>
                    <a:cxn ang="0">
                      <a:pos x="csX1790" y="csY1790"/>
                    </a:cxn>
                    <a:cxn ang="0">
                      <a:pos x="csX1791" y="csY1791"/>
                    </a:cxn>
                    <a:cxn ang="0">
                      <a:pos x="csX1792" y="csY1792"/>
                    </a:cxn>
                    <a:cxn ang="0">
                      <a:pos x="csX1793" y="csY1793"/>
                    </a:cxn>
                    <a:cxn ang="0">
                      <a:pos x="csX1794" y="csY1794"/>
                    </a:cxn>
                    <a:cxn ang="0">
                      <a:pos x="csX1795" y="csY1795"/>
                    </a:cxn>
                    <a:cxn ang="0">
                      <a:pos x="csX1796" y="csY1796"/>
                    </a:cxn>
                    <a:cxn ang="0">
                      <a:pos x="csX1797" y="csY1797"/>
                    </a:cxn>
                    <a:cxn ang="0">
                      <a:pos x="csX1798" y="csY1798"/>
                    </a:cxn>
                    <a:cxn ang="0">
                      <a:pos x="csX1799" y="csY1799"/>
                    </a:cxn>
                    <a:cxn ang="0">
                      <a:pos x="csX1800" y="csY1800"/>
                    </a:cxn>
                    <a:cxn ang="0">
                      <a:pos x="csX1801" y="csY1801"/>
                    </a:cxn>
                    <a:cxn ang="0">
                      <a:pos x="csX1802" y="csY1802"/>
                    </a:cxn>
                    <a:cxn ang="0">
                      <a:pos x="csX1803" y="csY1803"/>
                    </a:cxn>
                    <a:cxn ang="0">
                      <a:pos x="csX1804" y="csY1804"/>
                    </a:cxn>
                    <a:cxn ang="0">
                      <a:pos x="csX1805" y="csY1805"/>
                    </a:cxn>
                    <a:cxn ang="0">
                      <a:pos x="csX1806" y="csY1806"/>
                    </a:cxn>
                    <a:cxn ang="0">
                      <a:pos x="csX1807" y="csY1807"/>
                    </a:cxn>
                    <a:cxn ang="0">
                      <a:pos x="csX1808" y="csY1808"/>
                    </a:cxn>
                    <a:cxn ang="0">
                      <a:pos x="csX1809" y="csY1809"/>
                    </a:cxn>
                    <a:cxn ang="0">
                      <a:pos x="csX1810" y="csY1810"/>
                    </a:cxn>
                    <a:cxn ang="0">
                      <a:pos x="csX1811" y="csY1811"/>
                    </a:cxn>
                    <a:cxn ang="0">
                      <a:pos x="csX1812" y="csY1812"/>
                    </a:cxn>
                    <a:cxn ang="0">
                      <a:pos x="csX1813" y="csY1813"/>
                    </a:cxn>
                    <a:cxn ang="0">
                      <a:pos x="csX1814" y="csY1814"/>
                    </a:cxn>
                    <a:cxn ang="0">
                      <a:pos x="csX1815" y="csY1815"/>
                    </a:cxn>
                    <a:cxn ang="0">
                      <a:pos x="csX1816" y="csY1816"/>
                    </a:cxn>
                    <a:cxn ang="0">
                      <a:pos x="csX1817" y="csY1817"/>
                    </a:cxn>
                    <a:cxn ang="0">
                      <a:pos x="csX1818" y="csY1818"/>
                    </a:cxn>
                    <a:cxn ang="0">
                      <a:pos x="csX1819" y="csY1819"/>
                    </a:cxn>
                    <a:cxn ang="0">
                      <a:pos x="csX1820" y="csY1820"/>
                    </a:cxn>
                    <a:cxn ang="0">
                      <a:pos x="csX1821" y="csY1821"/>
                    </a:cxn>
                    <a:cxn ang="0">
                      <a:pos x="csX1822" y="csY1822"/>
                    </a:cxn>
                    <a:cxn ang="0">
                      <a:pos x="csX1823" y="csY1823"/>
                    </a:cxn>
                    <a:cxn ang="0">
                      <a:pos x="csX1824" y="csY1824"/>
                    </a:cxn>
                    <a:cxn ang="0">
                      <a:pos x="csX1825" y="csY1825"/>
                    </a:cxn>
                    <a:cxn ang="0">
                      <a:pos x="csX1826" y="csY1826"/>
                    </a:cxn>
                    <a:cxn ang="0">
                      <a:pos x="csX1827" y="csY1827"/>
                    </a:cxn>
                    <a:cxn ang="0">
                      <a:pos x="csX1828" y="csY1828"/>
                    </a:cxn>
                    <a:cxn ang="0">
                      <a:pos x="csX1829" y="csY1829"/>
                    </a:cxn>
                    <a:cxn ang="0">
                      <a:pos x="csX1830" y="csY1830"/>
                    </a:cxn>
                    <a:cxn ang="0">
                      <a:pos x="csX1831" y="csY1831"/>
                    </a:cxn>
                    <a:cxn ang="0">
                      <a:pos x="csX1832" y="csY1832"/>
                    </a:cxn>
                    <a:cxn ang="0">
                      <a:pos x="csX1833" y="csY1833"/>
                    </a:cxn>
                    <a:cxn ang="0">
                      <a:pos x="csX1834" y="csY1834"/>
                    </a:cxn>
                    <a:cxn ang="0">
                      <a:pos x="csX1835" y="csY1835"/>
                    </a:cxn>
                    <a:cxn ang="0">
                      <a:pos x="csX1836" y="csY1836"/>
                    </a:cxn>
                    <a:cxn ang="0">
                      <a:pos x="csX1837" y="csY1837"/>
                    </a:cxn>
                    <a:cxn ang="0">
                      <a:pos x="csX1838" y="csY1838"/>
                    </a:cxn>
                    <a:cxn ang="0">
                      <a:pos x="csX1839" y="csY1839"/>
                    </a:cxn>
                    <a:cxn ang="0">
                      <a:pos x="csX1840" y="csY1840"/>
                    </a:cxn>
                    <a:cxn ang="0">
                      <a:pos x="csX1841" y="csY1841"/>
                    </a:cxn>
                    <a:cxn ang="0">
                      <a:pos x="csX1842" y="csY1842"/>
                    </a:cxn>
                    <a:cxn ang="0">
                      <a:pos x="csX1843" y="csY1843"/>
                    </a:cxn>
                    <a:cxn ang="0">
                      <a:pos x="csX1844" y="csY1844"/>
                    </a:cxn>
                    <a:cxn ang="0">
                      <a:pos x="csX1845" y="csY1845"/>
                    </a:cxn>
                    <a:cxn ang="0">
                      <a:pos x="csX1846" y="csY1846"/>
                    </a:cxn>
                    <a:cxn ang="0">
                      <a:pos x="csX1847" y="csY1847"/>
                    </a:cxn>
                    <a:cxn ang="0">
                      <a:pos x="csX1848" y="csY1848"/>
                    </a:cxn>
                    <a:cxn ang="0">
                      <a:pos x="csX1849" y="csY1849"/>
                    </a:cxn>
                    <a:cxn ang="0">
                      <a:pos x="csX1850" y="csY1850"/>
                    </a:cxn>
                    <a:cxn ang="0">
                      <a:pos x="csX1851" y="csY1851"/>
                    </a:cxn>
                    <a:cxn ang="0">
                      <a:pos x="csX1852" y="csY1852"/>
                    </a:cxn>
                    <a:cxn ang="0">
                      <a:pos x="csX1853" y="csY1853"/>
                    </a:cxn>
                    <a:cxn ang="0">
                      <a:pos x="csX1854" y="csY1854"/>
                    </a:cxn>
                    <a:cxn ang="0">
                      <a:pos x="csX1855" y="csY1855"/>
                    </a:cxn>
                    <a:cxn ang="0">
                      <a:pos x="csX1856" y="csY1856"/>
                    </a:cxn>
                    <a:cxn ang="0">
                      <a:pos x="csX1857" y="csY1857"/>
                    </a:cxn>
                    <a:cxn ang="0">
                      <a:pos x="csX1858" y="csY1858"/>
                    </a:cxn>
                    <a:cxn ang="0">
                      <a:pos x="csX1859" y="csY1859"/>
                    </a:cxn>
                    <a:cxn ang="0">
                      <a:pos x="csX1860" y="csY1860"/>
                    </a:cxn>
                    <a:cxn ang="0">
                      <a:pos x="csX1861" y="csY1861"/>
                    </a:cxn>
                    <a:cxn ang="0">
                      <a:pos x="csX1862" y="csY1862"/>
                    </a:cxn>
                    <a:cxn ang="0">
                      <a:pos x="csX1863" y="csY1863"/>
                    </a:cxn>
                    <a:cxn ang="0">
                      <a:pos x="csX1864" y="csY1864"/>
                    </a:cxn>
                    <a:cxn ang="0">
                      <a:pos x="csX1865" y="csY1865"/>
                    </a:cxn>
                    <a:cxn ang="0">
                      <a:pos x="csX1866" y="csY1866"/>
                    </a:cxn>
                    <a:cxn ang="0">
                      <a:pos x="csX1867" y="csY1867"/>
                    </a:cxn>
                    <a:cxn ang="0">
                      <a:pos x="csX1868" y="csY1868"/>
                    </a:cxn>
                    <a:cxn ang="0">
                      <a:pos x="csX1869" y="csY1869"/>
                    </a:cxn>
                    <a:cxn ang="0">
                      <a:pos x="csX1870" y="csY1870"/>
                    </a:cxn>
                    <a:cxn ang="0">
                      <a:pos x="csX1871" y="csY1871"/>
                    </a:cxn>
                    <a:cxn ang="0">
                      <a:pos x="csX1872" y="csY1872"/>
                    </a:cxn>
                    <a:cxn ang="0">
                      <a:pos x="csX1873" y="csY1873"/>
                    </a:cxn>
                    <a:cxn ang="0">
                      <a:pos x="csX1874" y="csY1874"/>
                    </a:cxn>
                    <a:cxn ang="0">
                      <a:pos x="csX1875" y="csY1875"/>
                    </a:cxn>
                    <a:cxn ang="0">
                      <a:pos x="csX1876" y="csY1876"/>
                    </a:cxn>
                    <a:cxn ang="0">
                      <a:pos x="csX1877" y="csY1877"/>
                    </a:cxn>
                    <a:cxn ang="0">
                      <a:pos x="csX1878" y="csY1878"/>
                    </a:cxn>
                    <a:cxn ang="0">
                      <a:pos x="csX1879" y="csY1879"/>
                    </a:cxn>
                    <a:cxn ang="0">
                      <a:pos x="csX1880" y="csY1880"/>
                    </a:cxn>
                    <a:cxn ang="0">
                      <a:pos x="csX1881" y="csY1881"/>
                    </a:cxn>
                    <a:cxn ang="0">
                      <a:pos x="csX1882" y="csY1882"/>
                    </a:cxn>
                    <a:cxn ang="0">
                      <a:pos x="csX1883" y="csY1883"/>
                    </a:cxn>
                    <a:cxn ang="0">
                      <a:pos x="csX1884" y="csY1884"/>
                    </a:cxn>
                    <a:cxn ang="0">
                      <a:pos x="csX1885" y="csY1885"/>
                    </a:cxn>
                    <a:cxn ang="0">
                      <a:pos x="csX1886" y="csY1886"/>
                    </a:cxn>
                    <a:cxn ang="0">
                      <a:pos x="csX1887" y="csY1887"/>
                    </a:cxn>
                    <a:cxn ang="0">
                      <a:pos x="csX1888" y="csY1888"/>
                    </a:cxn>
                    <a:cxn ang="0">
                      <a:pos x="csX1889" y="csY1889"/>
                    </a:cxn>
                    <a:cxn ang="0">
                      <a:pos x="csX1890" y="csY1890"/>
                    </a:cxn>
                    <a:cxn ang="0">
                      <a:pos x="csX1891" y="csY1891"/>
                    </a:cxn>
                    <a:cxn ang="0">
                      <a:pos x="csX1892" y="csY1892"/>
                    </a:cxn>
                    <a:cxn ang="0">
                      <a:pos x="csX1893" y="csY1893"/>
                    </a:cxn>
                    <a:cxn ang="0">
                      <a:pos x="csX1894" y="csY1894"/>
                    </a:cxn>
                    <a:cxn ang="0">
                      <a:pos x="csX1895" y="csY1895"/>
                    </a:cxn>
                    <a:cxn ang="0">
                      <a:pos x="csX1896" y="csY1896"/>
                    </a:cxn>
                    <a:cxn ang="0">
                      <a:pos x="csX1897" y="csY1897"/>
                    </a:cxn>
                    <a:cxn ang="0">
                      <a:pos x="csX1898" y="csY1898"/>
                    </a:cxn>
                    <a:cxn ang="0">
                      <a:pos x="csX1899" y="csY1899"/>
                    </a:cxn>
                    <a:cxn ang="0">
                      <a:pos x="csX1900" y="csY1900"/>
                    </a:cxn>
                    <a:cxn ang="0">
                      <a:pos x="csX1901" y="csY1901"/>
                    </a:cxn>
                    <a:cxn ang="0">
                      <a:pos x="csX1902" y="csY1902"/>
                    </a:cxn>
                    <a:cxn ang="0">
                      <a:pos x="csX1903" y="csY1903"/>
                    </a:cxn>
                    <a:cxn ang="0">
                      <a:pos x="csX1904" y="csY1904"/>
                    </a:cxn>
                    <a:cxn ang="0">
                      <a:pos x="csX1905" y="csY1905"/>
                    </a:cxn>
                    <a:cxn ang="0">
                      <a:pos x="csX1906" y="csY1906"/>
                    </a:cxn>
                    <a:cxn ang="0">
                      <a:pos x="csX1907" y="csY1907"/>
                    </a:cxn>
                    <a:cxn ang="0">
                      <a:pos x="csX1908" y="csY1908"/>
                    </a:cxn>
                    <a:cxn ang="0">
                      <a:pos x="csX1909" y="csY1909"/>
                    </a:cxn>
                    <a:cxn ang="0">
                      <a:pos x="csX1910" y="csY1910"/>
                    </a:cxn>
                    <a:cxn ang="0">
                      <a:pos x="csX1911" y="csY1911"/>
                    </a:cxn>
                    <a:cxn ang="0">
                      <a:pos x="csX1912" y="csY1912"/>
                    </a:cxn>
                    <a:cxn ang="0">
                      <a:pos x="csX1913" y="csY1913"/>
                    </a:cxn>
                    <a:cxn ang="0">
                      <a:pos x="csX1914" y="csY1914"/>
                    </a:cxn>
                    <a:cxn ang="0">
                      <a:pos x="csX1915" y="csY1915"/>
                    </a:cxn>
                    <a:cxn ang="0">
                      <a:pos x="csX1916" y="csY1916"/>
                    </a:cxn>
                    <a:cxn ang="0">
                      <a:pos x="csX1917" y="csY1917"/>
                    </a:cxn>
                    <a:cxn ang="0">
                      <a:pos x="csX1918" y="csY1918"/>
                    </a:cxn>
                    <a:cxn ang="0">
                      <a:pos x="csX1919" y="csY1919"/>
                    </a:cxn>
                    <a:cxn ang="0">
                      <a:pos x="csX1920" y="csY1920"/>
                    </a:cxn>
                    <a:cxn ang="0">
                      <a:pos x="csX1921" y="csY1921"/>
                    </a:cxn>
                    <a:cxn ang="0">
                      <a:pos x="csX1922" y="csY1922"/>
                    </a:cxn>
                    <a:cxn ang="0">
                      <a:pos x="csX1923" y="csY1923"/>
                    </a:cxn>
                    <a:cxn ang="0">
                      <a:pos x="csX1924" y="csY1924"/>
                    </a:cxn>
                    <a:cxn ang="0">
                      <a:pos x="csX1925" y="csY1925"/>
                    </a:cxn>
                    <a:cxn ang="0">
                      <a:pos x="csX1926" y="csY1926"/>
                    </a:cxn>
                    <a:cxn ang="0">
                      <a:pos x="csX1927" y="csY1927"/>
                    </a:cxn>
                    <a:cxn ang="0">
                      <a:pos x="csX1928" y="csY1928"/>
                    </a:cxn>
                    <a:cxn ang="0">
                      <a:pos x="csX1929" y="csY1929"/>
                    </a:cxn>
                    <a:cxn ang="0">
                      <a:pos x="csX1930" y="csY1930"/>
                    </a:cxn>
                    <a:cxn ang="0">
                      <a:pos x="csX1931" y="csY1931"/>
                    </a:cxn>
                    <a:cxn ang="0">
                      <a:pos x="csX1932" y="csY1932"/>
                    </a:cxn>
                    <a:cxn ang="0">
                      <a:pos x="csX1933" y="csY1933"/>
                    </a:cxn>
                    <a:cxn ang="0">
                      <a:pos x="csX1934" y="csY1934"/>
                    </a:cxn>
                    <a:cxn ang="0">
                      <a:pos x="csX1935" y="csY1935"/>
                    </a:cxn>
                    <a:cxn ang="0">
                      <a:pos x="csX1936" y="csY1936"/>
                    </a:cxn>
                    <a:cxn ang="0">
                      <a:pos x="csX1937" y="csY1937"/>
                    </a:cxn>
                    <a:cxn ang="0">
                      <a:pos x="csX1938" y="csY1938"/>
                    </a:cxn>
                    <a:cxn ang="0">
                      <a:pos x="csX1939" y="csY1939"/>
                    </a:cxn>
                    <a:cxn ang="0">
                      <a:pos x="csX1940" y="csY1940"/>
                    </a:cxn>
                    <a:cxn ang="0">
                      <a:pos x="csX1941" y="csY1941"/>
                    </a:cxn>
                    <a:cxn ang="0">
                      <a:pos x="csX1942" y="csY1942"/>
                    </a:cxn>
                    <a:cxn ang="0">
                      <a:pos x="csX1943" y="csY1943"/>
                    </a:cxn>
                    <a:cxn ang="0">
                      <a:pos x="csX1944" y="csY1944"/>
                    </a:cxn>
                    <a:cxn ang="0">
                      <a:pos x="csX1945" y="csY1945"/>
                    </a:cxn>
                    <a:cxn ang="0">
                      <a:pos x="csX1946" y="csY1946"/>
                    </a:cxn>
                    <a:cxn ang="0">
                      <a:pos x="csX1947" y="csY1947"/>
                    </a:cxn>
                    <a:cxn ang="0">
                      <a:pos x="csX1948" y="csY1948"/>
                    </a:cxn>
                    <a:cxn ang="0">
                      <a:pos x="csX1949" y="csY1949"/>
                    </a:cxn>
                    <a:cxn ang="0">
                      <a:pos x="csX1950" y="csY1950"/>
                    </a:cxn>
                    <a:cxn ang="0">
                      <a:pos x="csX1951" y="csY1951"/>
                    </a:cxn>
                    <a:cxn ang="0">
                      <a:pos x="csX1952" y="csY1952"/>
                    </a:cxn>
                    <a:cxn ang="0">
                      <a:pos x="csX1953" y="csY1953"/>
                    </a:cxn>
                    <a:cxn ang="0">
                      <a:pos x="csX1954" y="csY1954"/>
                    </a:cxn>
                    <a:cxn ang="0">
                      <a:pos x="csX1955" y="csY1955"/>
                    </a:cxn>
                    <a:cxn ang="0">
                      <a:pos x="csX1956" y="csY1956"/>
                    </a:cxn>
                    <a:cxn ang="0">
                      <a:pos x="csX1957" y="csY1957"/>
                    </a:cxn>
                    <a:cxn ang="0">
                      <a:pos x="csX1958" y="csY1958"/>
                    </a:cxn>
                    <a:cxn ang="0">
                      <a:pos x="csX1959" y="csY1959"/>
                    </a:cxn>
                    <a:cxn ang="0">
                      <a:pos x="csX1960" y="csY1960"/>
                    </a:cxn>
                    <a:cxn ang="0">
                      <a:pos x="csX1961" y="csY1961"/>
                    </a:cxn>
                    <a:cxn ang="0">
                      <a:pos x="csX1962" y="csY1962"/>
                    </a:cxn>
                    <a:cxn ang="0">
                      <a:pos x="csX1963" y="csY1963"/>
                    </a:cxn>
                    <a:cxn ang="0">
                      <a:pos x="csX1964" y="csY1964"/>
                    </a:cxn>
                    <a:cxn ang="0">
                      <a:pos x="csX1965" y="csY1965"/>
                    </a:cxn>
                    <a:cxn ang="0">
                      <a:pos x="csX1966" y="csY1966"/>
                    </a:cxn>
                    <a:cxn ang="0">
                      <a:pos x="csX1967" y="csY1967"/>
                    </a:cxn>
                    <a:cxn ang="0">
                      <a:pos x="csX1968" y="csY1968"/>
                    </a:cxn>
                    <a:cxn ang="0">
                      <a:pos x="csX1969" y="csY1969"/>
                    </a:cxn>
                    <a:cxn ang="0">
                      <a:pos x="csX1970" y="csY1970"/>
                    </a:cxn>
                    <a:cxn ang="0">
                      <a:pos x="csX1971" y="csY1971"/>
                    </a:cxn>
                    <a:cxn ang="0">
                      <a:pos x="csX1972" y="csY1972"/>
                    </a:cxn>
                    <a:cxn ang="0">
                      <a:pos x="csX1973" y="csY1973"/>
                    </a:cxn>
                    <a:cxn ang="0">
                      <a:pos x="csX1974" y="csY1974"/>
                    </a:cxn>
                    <a:cxn ang="0">
                      <a:pos x="csX1975" y="csY1975"/>
                    </a:cxn>
                    <a:cxn ang="0">
                      <a:pos x="csX1976" y="csY1976"/>
                    </a:cxn>
                    <a:cxn ang="0">
                      <a:pos x="csX1977" y="csY1977"/>
                    </a:cxn>
                    <a:cxn ang="0">
                      <a:pos x="csX1978" y="csY1978"/>
                    </a:cxn>
                    <a:cxn ang="0">
                      <a:pos x="csX1979" y="csY1979"/>
                    </a:cxn>
                    <a:cxn ang="0">
                      <a:pos x="csX1980" y="csY1980"/>
                    </a:cxn>
                    <a:cxn ang="0">
                      <a:pos x="csX1981" y="csY1981"/>
                    </a:cxn>
                    <a:cxn ang="0">
                      <a:pos x="csX1982" y="csY1982"/>
                    </a:cxn>
                    <a:cxn ang="0">
                      <a:pos x="csX1983" y="csY1983"/>
                    </a:cxn>
                    <a:cxn ang="0">
                      <a:pos x="csX1984" y="csY1984"/>
                    </a:cxn>
                    <a:cxn ang="0">
                      <a:pos x="csX1985" y="csY1985"/>
                    </a:cxn>
                    <a:cxn ang="0">
                      <a:pos x="csX1986" y="csY1986"/>
                    </a:cxn>
                    <a:cxn ang="0">
                      <a:pos x="csX1987" y="csY1987"/>
                    </a:cxn>
                    <a:cxn ang="0">
                      <a:pos x="csX1988" y="csY1988"/>
                    </a:cxn>
                    <a:cxn ang="0">
                      <a:pos x="csX1989" y="csY1989"/>
                    </a:cxn>
                    <a:cxn ang="0">
                      <a:pos x="csX1990" y="csY1990"/>
                    </a:cxn>
                    <a:cxn ang="0">
                      <a:pos x="csX1991" y="csY1991"/>
                    </a:cxn>
                    <a:cxn ang="0">
                      <a:pos x="csX1992" y="csY1992"/>
                    </a:cxn>
                    <a:cxn ang="0">
                      <a:pos x="csX1993" y="csY1993"/>
                    </a:cxn>
                    <a:cxn ang="0">
                      <a:pos x="csX1994" y="csY1994"/>
                    </a:cxn>
                    <a:cxn ang="0">
                      <a:pos x="csX1995" y="csY1995"/>
                    </a:cxn>
                    <a:cxn ang="0">
                      <a:pos x="csX1996" y="csY1996"/>
                    </a:cxn>
                    <a:cxn ang="0">
                      <a:pos x="csX1997" y="csY1997"/>
                    </a:cxn>
                    <a:cxn ang="0">
                      <a:pos x="csX1998" y="csY1998"/>
                    </a:cxn>
                    <a:cxn ang="0">
                      <a:pos x="csX1999" y="csY1999"/>
                    </a:cxn>
                    <a:cxn ang="0">
                      <a:pos x="csX2000" y="csY2000"/>
                    </a:cxn>
                    <a:cxn ang="0">
                      <a:pos x="csX2001" y="csY2001"/>
                    </a:cxn>
                  </a:cxnLst>
                  <a:rect l="l" t="t" r="r" b="b"/>
                  <a:pathLst>
                    <a:path w="6840854" h="2638629">
                      <a:moveTo>
                        <a:pt x="0" y="2638917"/>
                      </a:moveTo>
                      <a:lnTo>
                        <a:pt x="0" y="2621330"/>
                      </a:lnTo>
                      <a:lnTo>
                        <a:pt x="6848" y="2620245"/>
                      </a:lnTo>
                      <a:lnTo>
                        <a:pt x="13695" y="2619101"/>
                      </a:lnTo>
                      <a:lnTo>
                        <a:pt x="20543" y="2617895"/>
                      </a:lnTo>
                      <a:lnTo>
                        <a:pt x="27391" y="2616625"/>
                      </a:lnTo>
                      <a:lnTo>
                        <a:pt x="34239" y="2615288"/>
                      </a:lnTo>
                      <a:lnTo>
                        <a:pt x="41086" y="2613881"/>
                      </a:lnTo>
                      <a:lnTo>
                        <a:pt x="47934" y="2612400"/>
                      </a:lnTo>
                      <a:lnTo>
                        <a:pt x="54782" y="2610843"/>
                      </a:lnTo>
                      <a:lnTo>
                        <a:pt x="61629" y="2609207"/>
                      </a:lnTo>
                      <a:lnTo>
                        <a:pt x="68477" y="2607488"/>
                      </a:lnTo>
                      <a:lnTo>
                        <a:pt x="75325" y="2605682"/>
                      </a:lnTo>
                      <a:lnTo>
                        <a:pt x="82172" y="2603787"/>
                      </a:lnTo>
                      <a:lnTo>
                        <a:pt x="89020" y="2601799"/>
                      </a:lnTo>
                      <a:lnTo>
                        <a:pt x="95868" y="2599714"/>
                      </a:lnTo>
                      <a:lnTo>
                        <a:pt x="102716" y="2597529"/>
                      </a:lnTo>
                      <a:lnTo>
                        <a:pt x="109563" y="2595239"/>
                      </a:lnTo>
                      <a:lnTo>
                        <a:pt x="116411" y="2592841"/>
                      </a:lnTo>
                      <a:lnTo>
                        <a:pt x="123259" y="2590331"/>
                      </a:lnTo>
                      <a:lnTo>
                        <a:pt x="130106" y="2587704"/>
                      </a:lnTo>
                      <a:lnTo>
                        <a:pt x="136954" y="2584958"/>
                      </a:lnTo>
                      <a:lnTo>
                        <a:pt x="143802" y="2582087"/>
                      </a:lnTo>
                      <a:lnTo>
                        <a:pt x="150649" y="2579087"/>
                      </a:lnTo>
                      <a:lnTo>
                        <a:pt x="157497" y="2575953"/>
                      </a:lnTo>
                      <a:lnTo>
                        <a:pt x="164345" y="2572683"/>
                      </a:lnTo>
                      <a:lnTo>
                        <a:pt x="171193" y="2569270"/>
                      </a:lnTo>
                      <a:lnTo>
                        <a:pt x="178040" y="2565711"/>
                      </a:lnTo>
                      <a:lnTo>
                        <a:pt x="184888" y="2562001"/>
                      </a:lnTo>
                      <a:lnTo>
                        <a:pt x="191736" y="2558135"/>
                      </a:lnTo>
                      <a:lnTo>
                        <a:pt x="198583" y="2554109"/>
                      </a:lnTo>
                      <a:lnTo>
                        <a:pt x="205431" y="2549918"/>
                      </a:lnTo>
                      <a:lnTo>
                        <a:pt x="212279" y="2545557"/>
                      </a:lnTo>
                      <a:lnTo>
                        <a:pt x="219126" y="2541021"/>
                      </a:lnTo>
                      <a:lnTo>
                        <a:pt x="225974" y="2536307"/>
                      </a:lnTo>
                      <a:lnTo>
                        <a:pt x="232822" y="2531409"/>
                      </a:lnTo>
                      <a:lnTo>
                        <a:pt x="239670" y="2526322"/>
                      </a:lnTo>
                      <a:lnTo>
                        <a:pt x="246517" y="2521041"/>
                      </a:lnTo>
                      <a:lnTo>
                        <a:pt x="253365" y="2515562"/>
                      </a:lnTo>
                      <a:lnTo>
                        <a:pt x="260213" y="2509881"/>
                      </a:lnTo>
                      <a:lnTo>
                        <a:pt x="267060" y="2503991"/>
                      </a:lnTo>
                      <a:lnTo>
                        <a:pt x="273908" y="2497890"/>
                      </a:lnTo>
                      <a:lnTo>
                        <a:pt x="280756" y="2491572"/>
                      </a:lnTo>
                      <a:lnTo>
                        <a:pt x="287604" y="2485032"/>
                      </a:lnTo>
                      <a:lnTo>
                        <a:pt x="294451" y="2478266"/>
                      </a:lnTo>
                      <a:lnTo>
                        <a:pt x="301299" y="2471270"/>
                      </a:lnTo>
                      <a:lnTo>
                        <a:pt x="308147" y="2464040"/>
                      </a:lnTo>
                      <a:lnTo>
                        <a:pt x="314994" y="2456571"/>
                      </a:lnTo>
                      <a:lnTo>
                        <a:pt x="321842" y="2448859"/>
                      </a:lnTo>
                      <a:lnTo>
                        <a:pt x="328690" y="2440900"/>
                      </a:lnTo>
                      <a:lnTo>
                        <a:pt x="335537" y="2432691"/>
                      </a:lnTo>
                      <a:lnTo>
                        <a:pt x="342385" y="2424228"/>
                      </a:lnTo>
                      <a:lnTo>
                        <a:pt x="349233" y="2415506"/>
                      </a:lnTo>
                      <a:lnTo>
                        <a:pt x="356081" y="2406524"/>
                      </a:lnTo>
                      <a:lnTo>
                        <a:pt x="362928" y="2397277"/>
                      </a:lnTo>
                      <a:lnTo>
                        <a:pt x="369776" y="2387763"/>
                      </a:lnTo>
                      <a:lnTo>
                        <a:pt x="376624" y="2377979"/>
                      </a:lnTo>
                      <a:lnTo>
                        <a:pt x="383471" y="2367923"/>
                      </a:lnTo>
                      <a:lnTo>
                        <a:pt x="390319" y="2357591"/>
                      </a:lnTo>
                      <a:lnTo>
                        <a:pt x="397167" y="2346983"/>
                      </a:lnTo>
                      <a:lnTo>
                        <a:pt x="404014" y="2336096"/>
                      </a:lnTo>
                      <a:lnTo>
                        <a:pt x="410862" y="2324930"/>
                      </a:lnTo>
                      <a:lnTo>
                        <a:pt x="417710" y="2313481"/>
                      </a:lnTo>
                      <a:lnTo>
                        <a:pt x="424558" y="2301751"/>
                      </a:lnTo>
                      <a:lnTo>
                        <a:pt x="431405" y="2289738"/>
                      </a:lnTo>
                      <a:lnTo>
                        <a:pt x="438253" y="2277441"/>
                      </a:lnTo>
                      <a:lnTo>
                        <a:pt x="445101" y="2264862"/>
                      </a:lnTo>
                      <a:lnTo>
                        <a:pt x="451948" y="2252000"/>
                      </a:lnTo>
                      <a:lnTo>
                        <a:pt x="458796" y="2238856"/>
                      </a:lnTo>
                      <a:lnTo>
                        <a:pt x="465644" y="2225431"/>
                      </a:lnTo>
                      <a:lnTo>
                        <a:pt x="472491" y="2211727"/>
                      </a:lnTo>
                      <a:lnTo>
                        <a:pt x="479339" y="2197746"/>
                      </a:lnTo>
                      <a:lnTo>
                        <a:pt x="486187" y="2183490"/>
                      </a:lnTo>
                      <a:lnTo>
                        <a:pt x="493035" y="2168961"/>
                      </a:lnTo>
                      <a:lnTo>
                        <a:pt x="499882" y="2154163"/>
                      </a:lnTo>
                      <a:lnTo>
                        <a:pt x="506730" y="2139100"/>
                      </a:lnTo>
                      <a:lnTo>
                        <a:pt x="513578" y="2123775"/>
                      </a:lnTo>
                      <a:lnTo>
                        <a:pt x="520425" y="2108193"/>
                      </a:lnTo>
                      <a:lnTo>
                        <a:pt x="527273" y="2092359"/>
                      </a:lnTo>
                      <a:lnTo>
                        <a:pt x="534121" y="2076278"/>
                      </a:lnTo>
                      <a:lnTo>
                        <a:pt x="540969" y="2059955"/>
                      </a:lnTo>
                      <a:lnTo>
                        <a:pt x="547816" y="2043398"/>
                      </a:lnTo>
                      <a:lnTo>
                        <a:pt x="554664" y="2026613"/>
                      </a:lnTo>
                      <a:lnTo>
                        <a:pt x="561512" y="2009608"/>
                      </a:lnTo>
                      <a:lnTo>
                        <a:pt x="568359" y="1992389"/>
                      </a:lnTo>
                      <a:lnTo>
                        <a:pt x="575207" y="1974965"/>
                      </a:lnTo>
                      <a:lnTo>
                        <a:pt x="582055" y="1957345"/>
                      </a:lnTo>
                      <a:lnTo>
                        <a:pt x="588902" y="1939537"/>
                      </a:lnTo>
                      <a:lnTo>
                        <a:pt x="595750" y="1921552"/>
                      </a:lnTo>
                      <a:lnTo>
                        <a:pt x="602598" y="1903399"/>
                      </a:lnTo>
                      <a:lnTo>
                        <a:pt x="609446" y="1885089"/>
                      </a:lnTo>
                      <a:lnTo>
                        <a:pt x="616293" y="1866633"/>
                      </a:lnTo>
                      <a:lnTo>
                        <a:pt x="623141" y="1848042"/>
                      </a:lnTo>
                      <a:lnTo>
                        <a:pt x="629989" y="1829328"/>
                      </a:lnTo>
                      <a:lnTo>
                        <a:pt x="636836" y="1810503"/>
                      </a:lnTo>
                      <a:lnTo>
                        <a:pt x="643684" y="1791581"/>
                      </a:lnTo>
                      <a:lnTo>
                        <a:pt x="650532" y="1772573"/>
                      </a:lnTo>
                      <a:lnTo>
                        <a:pt x="657379" y="1753494"/>
                      </a:lnTo>
                      <a:lnTo>
                        <a:pt x="664227" y="1734357"/>
                      </a:lnTo>
                      <a:lnTo>
                        <a:pt x="671075" y="1715177"/>
                      </a:lnTo>
                      <a:lnTo>
                        <a:pt x="677923" y="1695969"/>
                      </a:lnTo>
                      <a:lnTo>
                        <a:pt x="684770" y="1676746"/>
                      </a:lnTo>
                      <a:lnTo>
                        <a:pt x="691618" y="1657526"/>
                      </a:lnTo>
                      <a:lnTo>
                        <a:pt x="698466" y="1638322"/>
                      </a:lnTo>
                      <a:lnTo>
                        <a:pt x="705313" y="1619151"/>
                      </a:lnTo>
                      <a:lnTo>
                        <a:pt x="712161" y="1600030"/>
                      </a:lnTo>
                      <a:lnTo>
                        <a:pt x="719009" y="1580974"/>
                      </a:lnTo>
                      <a:lnTo>
                        <a:pt x="725857" y="1562001"/>
                      </a:lnTo>
                      <a:lnTo>
                        <a:pt x="732704" y="1543126"/>
                      </a:lnTo>
                      <a:lnTo>
                        <a:pt x="739552" y="1524367"/>
                      </a:lnTo>
                      <a:lnTo>
                        <a:pt x="746400" y="1505742"/>
                      </a:lnTo>
                      <a:lnTo>
                        <a:pt x="753247" y="1487267"/>
                      </a:lnTo>
                      <a:lnTo>
                        <a:pt x="760095" y="1468959"/>
                      </a:lnTo>
                      <a:lnTo>
                        <a:pt x="766943" y="1450837"/>
                      </a:lnTo>
                      <a:lnTo>
                        <a:pt x="773790" y="1432918"/>
                      </a:lnTo>
                      <a:lnTo>
                        <a:pt x="780638" y="1415219"/>
                      </a:lnTo>
                      <a:lnTo>
                        <a:pt x="787486" y="1397758"/>
                      </a:lnTo>
                      <a:lnTo>
                        <a:pt x="794334" y="1380552"/>
                      </a:lnTo>
                      <a:lnTo>
                        <a:pt x="801181" y="1363619"/>
                      </a:lnTo>
                      <a:lnTo>
                        <a:pt x="808029" y="1346976"/>
                      </a:lnTo>
                      <a:lnTo>
                        <a:pt x="814877" y="1330640"/>
                      </a:lnTo>
                      <a:lnTo>
                        <a:pt x="821724" y="1314629"/>
                      </a:lnTo>
                      <a:lnTo>
                        <a:pt x="828572" y="1298958"/>
                      </a:lnTo>
                      <a:lnTo>
                        <a:pt x="835420" y="1283646"/>
                      </a:lnTo>
                      <a:lnTo>
                        <a:pt x="842267" y="1268708"/>
                      </a:lnTo>
                      <a:lnTo>
                        <a:pt x="849115" y="1254160"/>
                      </a:lnTo>
                      <a:lnTo>
                        <a:pt x="855963" y="1240019"/>
                      </a:lnTo>
                      <a:lnTo>
                        <a:pt x="862811" y="1226300"/>
                      </a:lnTo>
                      <a:lnTo>
                        <a:pt x="869658" y="1213017"/>
                      </a:lnTo>
                      <a:lnTo>
                        <a:pt x="876506" y="1200187"/>
                      </a:lnTo>
                      <a:lnTo>
                        <a:pt x="883354" y="1187823"/>
                      </a:lnTo>
                      <a:lnTo>
                        <a:pt x="890201" y="1175939"/>
                      </a:lnTo>
                      <a:lnTo>
                        <a:pt x="897049" y="1164548"/>
                      </a:lnTo>
                      <a:lnTo>
                        <a:pt x="903897" y="1153665"/>
                      </a:lnTo>
                      <a:lnTo>
                        <a:pt x="910745" y="1143301"/>
                      </a:lnTo>
                      <a:lnTo>
                        <a:pt x="917592" y="1133468"/>
                      </a:lnTo>
                      <a:lnTo>
                        <a:pt x="924440" y="1124177"/>
                      </a:lnTo>
                      <a:lnTo>
                        <a:pt x="931288" y="1115440"/>
                      </a:lnTo>
                      <a:lnTo>
                        <a:pt x="938135" y="1107266"/>
                      </a:lnTo>
                      <a:lnTo>
                        <a:pt x="944983" y="1099666"/>
                      </a:lnTo>
                      <a:lnTo>
                        <a:pt x="951831" y="1092648"/>
                      </a:lnTo>
                      <a:lnTo>
                        <a:pt x="958678" y="1086220"/>
                      </a:lnTo>
                      <a:lnTo>
                        <a:pt x="965526" y="1080391"/>
                      </a:lnTo>
                      <a:lnTo>
                        <a:pt x="972374" y="1075166"/>
                      </a:lnTo>
                      <a:lnTo>
                        <a:pt x="979222" y="1070553"/>
                      </a:lnTo>
                      <a:lnTo>
                        <a:pt x="986069" y="1066556"/>
                      </a:lnTo>
                      <a:lnTo>
                        <a:pt x="992917" y="1063181"/>
                      </a:lnTo>
                      <a:lnTo>
                        <a:pt x="999765" y="1060431"/>
                      </a:lnTo>
                      <a:lnTo>
                        <a:pt x="1006612" y="1058310"/>
                      </a:lnTo>
                      <a:lnTo>
                        <a:pt x="1013460" y="1056821"/>
                      </a:lnTo>
                      <a:lnTo>
                        <a:pt x="1020308" y="1055964"/>
                      </a:lnTo>
                      <a:lnTo>
                        <a:pt x="1027155" y="1055742"/>
                      </a:lnTo>
                      <a:lnTo>
                        <a:pt x="1034003" y="1056155"/>
                      </a:lnTo>
                      <a:lnTo>
                        <a:pt x="1040851" y="1057201"/>
                      </a:lnTo>
                      <a:lnTo>
                        <a:pt x="1047699" y="1058880"/>
                      </a:lnTo>
                      <a:lnTo>
                        <a:pt x="1054546" y="1061190"/>
                      </a:lnTo>
                      <a:lnTo>
                        <a:pt x="1061394" y="1064128"/>
                      </a:lnTo>
                      <a:lnTo>
                        <a:pt x="1068242" y="1067690"/>
                      </a:lnTo>
                      <a:lnTo>
                        <a:pt x="1075089" y="1071872"/>
                      </a:lnTo>
                      <a:lnTo>
                        <a:pt x="1081937" y="1076669"/>
                      </a:lnTo>
                      <a:lnTo>
                        <a:pt x="1088785" y="1082076"/>
                      </a:lnTo>
                      <a:lnTo>
                        <a:pt x="1095632" y="1088086"/>
                      </a:lnTo>
                      <a:lnTo>
                        <a:pt x="1102480" y="1094692"/>
                      </a:lnTo>
                      <a:lnTo>
                        <a:pt x="1109328" y="1101886"/>
                      </a:lnTo>
                      <a:lnTo>
                        <a:pt x="1116176" y="1109659"/>
                      </a:lnTo>
                      <a:lnTo>
                        <a:pt x="1123023" y="1118002"/>
                      </a:lnTo>
                      <a:lnTo>
                        <a:pt x="1129871" y="1126907"/>
                      </a:lnTo>
                      <a:lnTo>
                        <a:pt x="1136719" y="1136361"/>
                      </a:lnTo>
                      <a:lnTo>
                        <a:pt x="1143566" y="1146355"/>
                      </a:lnTo>
                      <a:lnTo>
                        <a:pt x="1150414" y="1156876"/>
                      </a:lnTo>
                      <a:lnTo>
                        <a:pt x="1157262" y="1167913"/>
                      </a:lnTo>
                      <a:lnTo>
                        <a:pt x="1164109" y="1179453"/>
                      </a:lnTo>
                      <a:lnTo>
                        <a:pt x="1170957" y="1191482"/>
                      </a:lnTo>
                      <a:lnTo>
                        <a:pt x="1177805" y="1203988"/>
                      </a:lnTo>
                      <a:lnTo>
                        <a:pt x="1184653" y="1216955"/>
                      </a:lnTo>
                      <a:lnTo>
                        <a:pt x="1191500" y="1230370"/>
                      </a:lnTo>
                      <a:lnTo>
                        <a:pt x="1198348" y="1244218"/>
                      </a:lnTo>
                      <a:lnTo>
                        <a:pt x="1205196" y="1258483"/>
                      </a:lnTo>
                      <a:lnTo>
                        <a:pt x="1212043" y="1273149"/>
                      </a:lnTo>
                      <a:lnTo>
                        <a:pt x="1218891" y="1288201"/>
                      </a:lnTo>
                      <a:lnTo>
                        <a:pt x="1225739" y="1303623"/>
                      </a:lnTo>
                      <a:lnTo>
                        <a:pt x="1232587" y="1319397"/>
                      </a:lnTo>
                      <a:lnTo>
                        <a:pt x="1239434" y="1335508"/>
                      </a:lnTo>
                      <a:lnTo>
                        <a:pt x="1246282" y="1351938"/>
                      </a:lnTo>
                      <a:lnTo>
                        <a:pt x="1253130" y="1368669"/>
                      </a:lnTo>
                      <a:lnTo>
                        <a:pt x="1259977" y="1385686"/>
                      </a:lnTo>
                      <a:lnTo>
                        <a:pt x="1266825" y="1402970"/>
                      </a:lnTo>
                      <a:lnTo>
                        <a:pt x="1273673" y="1420505"/>
                      </a:lnTo>
                      <a:lnTo>
                        <a:pt x="1280521" y="1438272"/>
                      </a:lnTo>
                      <a:lnTo>
                        <a:pt x="1287368" y="1456254"/>
                      </a:lnTo>
                      <a:lnTo>
                        <a:pt x="1294216" y="1474433"/>
                      </a:lnTo>
                      <a:lnTo>
                        <a:pt x="1301064" y="1492792"/>
                      </a:lnTo>
                      <a:lnTo>
                        <a:pt x="1307911" y="1511314"/>
                      </a:lnTo>
                      <a:lnTo>
                        <a:pt x="1314759" y="1529982"/>
                      </a:lnTo>
                      <a:lnTo>
                        <a:pt x="1321607" y="1548777"/>
                      </a:lnTo>
                      <a:lnTo>
                        <a:pt x="1328454" y="1567683"/>
                      </a:lnTo>
                      <a:lnTo>
                        <a:pt x="1335302" y="1586683"/>
                      </a:lnTo>
                      <a:lnTo>
                        <a:pt x="1342150" y="1605760"/>
                      </a:lnTo>
                      <a:lnTo>
                        <a:pt x="1348998" y="1624898"/>
                      </a:lnTo>
                      <a:lnTo>
                        <a:pt x="1355845" y="1644080"/>
                      </a:lnTo>
                      <a:lnTo>
                        <a:pt x="1362693" y="1663291"/>
                      </a:lnTo>
                      <a:lnTo>
                        <a:pt x="1369541" y="1682514"/>
                      </a:lnTo>
                      <a:lnTo>
                        <a:pt x="1376388" y="1701733"/>
                      </a:lnTo>
                      <a:lnTo>
                        <a:pt x="1383236" y="1720935"/>
                      </a:lnTo>
                      <a:lnTo>
                        <a:pt x="1390084" y="1740103"/>
                      </a:lnTo>
                      <a:lnTo>
                        <a:pt x="1396931" y="1759224"/>
                      </a:lnTo>
                      <a:lnTo>
                        <a:pt x="1403779" y="1778283"/>
                      </a:lnTo>
                      <a:lnTo>
                        <a:pt x="1410627" y="1797267"/>
                      </a:lnTo>
                      <a:lnTo>
                        <a:pt x="1417475" y="1816162"/>
                      </a:lnTo>
                      <a:lnTo>
                        <a:pt x="1424322" y="1834954"/>
                      </a:lnTo>
                      <a:lnTo>
                        <a:pt x="1431170" y="1853633"/>
                      </a:lnTo>
                      <a:lnTo>
                        <a:pt x="1438018" y="1872185"/>
                      </a:lnTo>
                      <a:lnTo>
                        <a:pt x="1444865" y="1890598"/>
                      </a:lnTo>
                      <a:lnTo>
                        <a:pt x="1451713" y="1908862"/>
                      </a:lnTo>
                      <a:lnTo>
                        <a:pt x="1458561" y="1926966"/>
                      </a:lnTo>
                      <a:lnTo>
                        <a:pt x="1465408" y="1944898"/>
                      </a:lnTo>
                      <a:lnTo>
                        <a:pt x="1472256" y="1962651"/>
                      </a:lnTo>
                      <a:lnTo>
                        <a:pt x="1479104" y="1980213"/>
                      </a:lnTo>
                      <a:lnTo>
                        <a:pt x="1485952" y="1997576"/>
                      </a:lnTo>
                      <a:lnTo>
                        <a:pt x="1492799" y="2014732"/>
                      </a:lnTo>
                      <a:lnTo>
                        <a:pt x="1499647" y="2031672"/>
                      </a:lnTo>
                      <a:lnTo>
                        <a:pt x="1506495" y="2048390"/>
                      </a:lnTo>
                      <a:lnTo>
                        <a:pt x="1513342" y="2064877"/>
                      </a:lnTo>
                      <a:lnTo>
                        <a:pt x="1520190" y="2081127"/>
                      </a:lnTo>
                      <a:lnTo>
                        <a:pt x="1527038" y="2097135"/>
                      </a:lnTo>
                      <a:lnTo>
                        <a:pt x="1533885" y="2112894"/>
                      </a:lnTo>
                      <a:lnTo>
                        <a:pt x="1540733" y="2128400"/>
                      </a:lnTo>
                      <a:lnTo>
                        <a:pt x="1547581" y="2143647"/>
                      </a:lnTo>
                      <a:lnTo>
                        <a:pt x="1554429" y="2158631"/>
                      </a:lnTo>
                      <a:lnTo>
                        <a:pt x="1561276" y="2173348"/>
                      </a:lnTo>
                      <a:lnTo>
                        <a:pt x="1568124" y="2187795"/>
                      </a:lnTo>
                      <a:lnTo>
                        <a:pt x="1574972" y="2201969"/>
                      </a:lnTo>
                      <a:lnTo>
                        <a:pt x="1581819" y="2215868"/>
                      </a:lnTo>
                      <a:lnTo>
                        <a:pt x="1588667" y="2229488"/>
                      </a:lnTo>
                      <a:lnTo>
                        <a:pt x="1595515" y="2242829"/>
                      </a:lnTo>
                      <a:lnTo>
                        <a:pt x="1602362" y="2255888"/>
                      </a:lnTo>
                      <a:lnTo>
                        <a:pt x="1609210" y="2268666"/>
                      </a:lnTo>
                      <a:lnTo>
                        <a:pt x="1616058" y="2281160"/>
                      </a:lnTo>
                      <a:lnTo>
                        <a:pt x="1622906" y="2293372"/>
                      </a:lnTo>
                      <a:lnTo>
                        <a:pt x="1629753" y="2305300"/>
                      </a:lnTo>
                      <a:lnTo>
                        <a:pt x="1636601" y="2316946"/>
                      </a:lnTo>
                      <a:lnTo>
                        <a:pt x="1643449" y="2328309"/>
                      </a:lnTo>
                      <a:lnTo>
                        <a:pt x="1650296" y="2339392"/>
                      </a:lnTo>
                      <a:lnTo>
                        <a:pt x="1657144" y="2350195"/>
                      </a:lnTo>
                      <a:lnTo>
                        <a:pt x="1663992" y="2360720"/>
                      </a:lnTo>
                      <a:lnTo>
                        <a:pt x="1670840" y="2370968"/>
                      </a:lnTo>
                      <a:lnTo>
                        <a:pt x="1677687" y="2380943"/>
                      </a:lnTo>
                      <a:lnTo>
                        <a:pt x="1684535" y="2390645"/>
                      </a:lnTo>
                      <a:lnTo>
                        <a:pt x="1691383" y="2400079"/>
                      </a:lnTo>
                      <a:lnTo>
                        <a:pt x="1698230" y="2409246"/>
                      </a:lnTo>
                      <a:lnTo>
                        <a:pt x="1705078" y="2418150"/>
                      </a:lnTo>
                      <a:lnTo>
                        <a:pt x="1711926" y="2426794"/>
                      </a:lnTo>
                      <a:lnTo>
                        <a:pt x="1718773" y="2435180"/>
                      </a:lnTo>
                      <a:lnTo>
                        <a:pt x="1725621" y="2443314"/>
                      </a:lnTo>
                      <a:lnTo>
                        <a:pt x="1732469" y="2451198"/>
                      </a:lnTo>
                      <a:lnTo>
                        <a:pt x="1739317" y="2458837"/>
                      </a:lnTo>
                      <a:lnTo>
                        <a:pt x="1746164" y="2466234"/>
                      </a:lnTo>
                      <a:lnTo>
                        <a:pt x="1753012" y="2473394"/>
                      </a:lnTo>
                      <a:lnTo>
                        <a:pt x="1759860" y="2480320"/>
                      </a:lnTo>
                      <a:lnTo>
                        <a:pt x="1766707" y="2487017"/>
                      </a:lnTo>
                      <a:lnTo>
                        <a:pt x="1773555" y="2493490"/>
                      </a:lnTo>
                      <a:lnTo>
                        <a:pt x="1780403" y="2499743"/>
                      </a:lnTo>
                      <a:lnTo>
                        <a:pt x="1787250" y="2505780"/>
                      </a:lnTo>
                      <a:lnTo>
                        <a:pt x="1794098" y="2511607"/>
                      </a:lnTo>
                      <a:lnTo>
                        <a:pt x="1800946" y="2517227"/>
                      </a:lnTo>
                      <a:lnTo>
                        <a:pt x="1807794" y="2522646"/>
                      </a:lnTo>
                      <a:lnTo>
                        <a:pt x="1814641" y="2527868"/>
                      </a:lnTo>
                      <a:lnTo>
                        <a:pt x="1821489" y="2532898"/>
                      </a:lnTo>
                      <a:lnTo>
                        <a:pt x="1828337" y="2537740"/>
                      </a:lnTo>
                      <a:lnTo>
                        <a:pt x="1835184" y="2542401"/>
                      </a:lnTo>
                      <a:lnTo>
                        <a:pt x="1842032" y="2546883"/>
                      </a:lnTo>
                      <a:lnTo>
                        <a:pt x="1848880" y="2551192"/>
                      </a:lnTo>
                      <a:lnTo>
                        <a:pt x="1855727" y="2555334"/>
                      </a:lnTo>
                      <a:lnTo>
                        <a:pt x="1862575" y="2559311"/>
                      </a:lnTo>
                      <a:lnTo>
                        <a:pt x="1869423" y="2563130"/>
                      </a:lnTo>
                      <a:lnTo>
                        <a:pt x="1876271" y="2566794"/>
                      </a:lnTo>
                      <a:lnTo>
                        <a:pt x="1883118" y="2570309"/>
                      </a:lnTo>
                      <a:lnTo>
                        <a:pt x="1889966" y="2573679"/>
                      </a:lnTo>
                      <a:lnTo>
                        <a:pt x="1896814" y="2576908"/>
                      </a:lnTo>
                      <a:lnTo>
                        <a:pt x="1903661" y="2580000"/>
                      </a:lnTo>
                      <a:lnTo>
                        <a:pt x="1910509" y="2582961"/>
                      </a:lnTo>
                      <a:lnTo>
                        <a:pt x="1917357" y="2585795"/>
                      </a:lnTo>
                      <a:lnTo>
                        <a:pt x="1924204" y="2588505"/>
                      </a:lnTo>
                      <a:lnTo>
                        <a:pt x="1931052" y="2591096"/>
                      </a:lnTo>
                      <a:lnTo>
                        <a:pt x="1937900" y="2593572"/>
                      </a:lnTo>
                      <a:lnTo>
                        <a:pt x="1944748" y="2595937"/>
                      </a:lnTo>
                      <a:lnTo>
                        <a:pt x="1951595" y="2598195"/>
                      </a:lnTo>
                      <a:lnTo>
                        <a:pt x="1958443" y="2600350"/>
                      </a:lnTo>
                      <a:lnTo>
                        <a:pt x="1965291" y="2602406"/>
                      </a:lnTo>
                      <a:lnTo>
                        <a:pt x="1972138" y="2604365"/>
                      </a:lnTo>
                      <a:lnTo>
                        <a:pt x="1978986" y="2606233"/>
                      </a:lnTo>
                      <a:lnTo>
                        <a:pt x="1985834" y="2608012"/>
                      </a:lnTo>
                      <a:lnTo>
                        <a:pt x="1992681" y="2609706"/>
                      </a:lnTo>
                      <a:lnTo>
                        <a:pt x="1999529" y="2611318"/>
                      </a:lnTo>
                      <a:lnTo>
                        <a:pt x="2006377" y="2612852"/>
                      </a:lnTo>
                      <a:lnTo>
                        <a:pt x="2013225" y="2614310"/>
                      </a:lnTo>
                      <a:lnTo>
                        <a:pt x="2020072" y="2615696"/>
                      </a:lnTo>
                      <a:lnTo>
                        <a:pt x="2026920" y="2617013"/>
                      </a:lnTo>
                      <a:lnTo>
                        <a:pt x="2033768" y="2618263"/>
                      </a:lnTo>
                      <a:lnTo>
                        <a:pt x="2040615" y="2619450"/>
                      </a:lnTo>
                      <a:lnTo>
                        <a:pt x="2047463" y="2620576"/>
                      </a:lnTo>
                      <a:lnTo>
                        <a:pt x="2054311" y="2621644"/>
                      </a:lnTo>
                      <a:lnTo>
                        <a:pt x="2061159" y="2622656"/>
                      </a:lnTo>
                      <a:lnTo>
                        <a:pt x="2068006" y="2623615"/>
                      </a:lnTo>
                      <a:lnTo>
                        <a:pt x="2074854" y="2624523"/>
                      </a:lnTo>
                      <a:lnTo>
                        <a:pt x="2081702" y="2625382"/>
                      </a:lnTo>
                      <a:lnTo>
                        <a:pt x="2088549" y="2626195"/>
                      </a:lnTo>
                      <a:lnTo>
                        <a:pt x="2095397" y="2626964"/>
                      </a:lnTo>
                      <a:lnTo>
                        <a:pt x="2102245" y="2627691"/>
                      </a:lnTo>
                      <a:lnTo>
                        <a:pt x="2109092" y="2628378"/>
                      </a:lnTo>
                      <a:lnTo>
                        <a:pt x="2115940" y="2629026"/>
                      </a:lnTo>
                      <a:lnTo>
                        <a:pt x="2122788" y="2629638"/>
                      </a:lnTo>
                      <a:lnTo>
                        <a:pt x="2129636" y="2630215"/>
                      </a:lnTo>
                      <a:lnTo>
                        <a:pt x="2136483" y="2630759"/>
                      </a:lnTo>
                      <a:lnTo>
                        <a:pt x="2143331" y="2631272"/>
                      </a:lnTo>
                      <a:lnTo>
                        <a:pt x="2150179" y="2631754"/>
                      </a:lnTo>
                      <a:lnTo>
                        <a:pt x="2157027" y="2632208"/>
                      </a:lnTo>
                      <a:lnTo>
                        <a:pt x="2163874" y="2632634"/>
                      </a:lnTo>
                      <a:lnTo>
                        <a:pt x="2170722" y="2633034"/>
                      </a:lnTo>
                      <a:lnTo>
                        <a:pt x="2177569" y="2633409"/>
                      </a:lnTo>
                      <a:lnTo>
                        <a:pt x="2184417" y="2633760"/>
                      </a:lnTo>
                      <a:lnTo>
                        <a:pt x="2191265" y="2634087"/>
                      </a:lnTo>
                      <a:lnTo>
                        <a:pt x="2198113" y="2634392"/>
                      </a:lnTo>
                      <a:lnTo>
                        <a:pt x="2204960" y="2634675"/>
                      </a:lnTo>
                      <a:lnTo>
                        <a:pt x="2211808" y="2634937"/>
                      </a:lnTo>
                      <a:lnTo>
                        <a:pt x="2218656" y="2635177"/>
                      </a:lnTo>
                      <a:lnTo>
                        <a:pt x="2225504" y="2635397"/>
                      </a:lnTo>
                      <a:lnTo>
                        <a:pt x="2232351" y="2635595"/>
                      </a:lnTo>
                      <a:lnTo>
                        <a:pt x="2239199" y="2635772"/>
                      </a:lnTo>
                      <a:lnTo>
                        <a:pt x="2246047" y="2635927"/>
                      </a:lnTo>
                      <a:lnTo>
                        <a:pt x="2252894" y="2636060"/>
                      </a:lnTo>
                      <a:lnTo>
                        <a:pt x="2259742" y="2636168"/>
                      </a:lnTo>
                      <a:lnTo>
                        <a:pt x="2266590" y="2636251"/>
                      </a:lnTo>
                      <a:lnTo>
                        <a:pt x="2273437" y="2636306"/>
                      </a:lnTo>
                      <a:lnTo>
                        <a:pt x="2280285" y="2636331"/>
                      </a:lnTo>
                      <a:lnTo>
                        <a:pt x="2287133" y="2636324"/>
                      </a:lnTo>
                      <a:lnTo>
                        <a:pt x="2293981" y="2636280"/>
                      </a:lnTo>
                      <a:lnTo>
                        <a:pt x="2300828" y="2636195"/>
                      </a:lnTo>
                      <a:lnTo>
                        <a:pt x="2307676" y="2636065"/>
                      </a:lnTo>
                      <a:lnTo>
                        <a:pt x="2314524" y="2635883"/>
                      </a:lnTo>
                      <a:lnTo>
                        <a:pt x="2321371" y="2635644"/>
                      </a:lnTo>
                      <a:lnTo>
                        <a:pt x="2328219" y="2635338"/>
                      </a:lnTo>
                      <a:lnTo>
                        <a:pt x="2335067" y="2634958"/>
                      </a:lnTo>
                      <a:lnTo>
                        <a:pt x="2341915" y="2634494"/>
                      </a:lnTo>
                      <a:lnTo>
                        <a:pt x="2348762" y="2633934"/>
                      </a:lnTo>
                      <a:lnTo>
                        <a:pt x="2355610" y="2633265"/>
                      </a:lnTo>
                      <a:lnTo>
                        <a:pt x="2362458" y="2632473"/>
                      </a:lnTo>
                      <a:lnTo>
                        <a:pt x="2369305" y="2631542"/>
                      </a:lnTo>
                      <a:lnTo>
                        <a:pt x="2376153" y="2630454"/>
                      </a:lnTo>
                      <a:lnTo>
                        <a:pt x="2383001" y="2629191"/>
                      </a:lnTo>
                      <a:lnTo>
                        <a:pt x="2389848" y="2627729"/>
                      </a:lnTo>
                      <a:lnTo>
                        <a:pt x="2396696" y="2626045"/>
                      </a:lnTo>
                      <a:lnTo>
                        <a:pt x="2403544" y="2624114"/>
                      </a:lnTo>
                      <a:lnTo>
                        <a:pt x="2410392" y="2621907"/>
                      </a:lnTo>
                      <a:lnTo>
                        <a:pt x="2417239" y="2619393"/>
                      </a:lnTo>
                      <a:lnTo>
                        <a:pt x="2424087" y="2616541"/>
                      </a:lnTo>
                      <a:lnTo>
                        <a:pt x="2430935" y="2613314"/>
                      </a:lnTo>
                      <a:lnTo>
                        <a:pt x="2437782" y="2609676"/>
                      </a:lnTo>
                      <a:lnTo>
                        <a:pt x="2444630" y="2605587"/>
                      </a:lnTo>
                      <a:lnTo>
                        <a:pt x="2451478" y="2601006"/>
                      </a:lnTo>
                      <a:lnTo>
                        <a:pt x="2458325" y="2595888"/>
                      </a:lnTo>
                      <a:lnTo>
                        <a:pt x="2465173" y="2590188"/>
                      </a:lnTo>
                      <a:lnTo>
                        <a:pt x="2472021" y="2583860"/>
                      </a:lnTo>
                      <a:lnTo>
                        <a:pt x="2478869" y="2576855"/>
                      </a:lnTo>
                      <a:lnTo>
                        <a:pt x="2485716" y="2569124"/>
                      </a:lnTo>
                      <a:lnTo>
                        <a:pt x="2492564" y="2560619"/>
                      </a:lnTo>
                      <a:lnTo>
                        <a:pt x="2499412" y="2551289"/>
                      </a:lnTo>
                      <a:lnTo>
                        <a:pt x="2506259" y="2541085"/>
                      </a:lnTo>
                      <a:lnTo>
                        <a:pt x="2513107" y="2529961"/>
                      </a:lnTo>
                      <a:lnTo>
                        <a:pt x="2519955" y="2517870"/>
                      </a:lnTo>
                      <a:lnTo>
                        <a:pt x="2526802" y="2504769"/>
                      </a:lnTo>
                      <a:lnTo>
                        <a:pt x="2533650" y="2490617"/>
                      </a:lnTo>
                      <a:lnTo>
                        <a:pt x="2540498" y="2475379"/>
                      </a:lnTo>
                      <a:lnTo>
                        <a:pt x="2547346" y="2459022"/>
                      </a:lnTo>
                      <a:lnTo>
                        <a:pt x="2554193" y="2441521"/>
                      </a:lnTo>
                      <a:lnTo>
                        <a:pt x="2561041" y="2422857"/>
                      </a:lnTo>
                      <a:lnTo>
                        <a:pt x="2567889" y="2403018"/>
                      </a:lnTo>
                      <a:lnTo>
                        <a:pt x="2574736" y="2381999"/>
                      </a:lnTo>
                      <a:lnTo>
                        <a:pt x="2581584" y="2359804"/>
                      </a:lnTo>
                      <a:lnTo>
                        <a:pt x="2588432" y="2336450"/>
                      </a:lnTo>
                      <a:lnTo>
                        <a:pt x="2595279" y="2311960"/>
                      </a:lnTo>
                      <a:lnTo>
                        <a:pt x="2602127" y="2286370"/>
                      </a:lnTo>
                      <a:lnTo>
                        <a:pt x="2608975" y="2259727"/>
                      </a:lnTo>
                      <a:lnTo>
                        <a:pt x="2615823" y="2232089"/>
                      </a:lnTo>
                      <a:lnTo>
                        <a:pt x="2622670" y="2203529"/>
                      </a:lnTo>
                      <a:lnTo>
                        <a:pt x="2629518" y="2174128"/>
                      </a:lnTo>
                      <a:lnTo>
                        <a:pt x="2636366" y="2143982"/>
                      </a:lnTo>
                      <a:lnTo>
                        <a:pt x="2643213" y="2113199"/>
                      </a:lnTo>
                      <a:lnTo>
                        <a:pt x="2650061" y="2081898"/>
                      </a:lnTo>
                      <a:lnTo>
                        <a:pt x="2656909" y="2050209"/>
                      </a:lnTo>
                      <a:lnTo>
                        <a:pt x="2663756" y="2018274"/>
                      </a:lnTo>
                      <a:lnTo>
                        <a:pt x="2670604" y="1986242"/>
                      </a:lnTo>
                      <a:lnTo>
                        <a:pt x="2677452" y="1954275"/>
                      </a:lnTo>
                      <a:lnTo>
                        <a:pt x="2684300" y="1922538"/>
                      </a:lnTo>
                      <a:lnTo>
                        <a:pt x="2691147" y="1891205"/>
                      </a:lnTo>
                      <a:lnTo>
                        <a:pt x="2697995" y="1860454"/>
                      </a:lnTo>
                      <a:lnTo>
                        <a:pt x="2704843" y="1830466"/>
                      </a:lnTo>
                      <a:lnTo>
                        <a:pt x="2711690" y="1801423"/>
                      </a:lnTo>
                      <a:lnTo>
                        <a:pt x="2718538" y="1773507"/>
                      </a:lnTo>
                      <a:lnTo>
                        <a:pt x="2725386" y="1746897"/>
                      </a:lnTo>
                      <a:lnTo>
                        <a:pt x="2732234" y="1721770"/>
                      </a:lnTo>
                      <a:lnTo>
                        <a:pt x="2739081" y="1698294"/>
                      </a:lnTo>
                      <a:lnTo>
                        <a:pt x="2745929" y="1676631"/>
                      </a:lnTo>
                      <a:lnTo>
                        <a:pt x="2752777" y="1656931"/>
                      </a:lnTo>
                      <a:lnTo>
                        <a:pt x="2759624" y="1639335"/>
                      </a:lnTo>
                      <a:lnTo>
                        <a:pt x="2766472" y="1623970"/>
                      </a:lnTo>
                      <a:lnTo>
                        <a:pt x="2773320" y="1610946"/>
                      </a:lnTo>
                      <a:lnTo>
                        <a:pt x="2780167" y="1600360"/>
                      </a:lnTo>
                      <a:lnTo>
                        <a:pt x="2787015" y="1592290"/>
                      </a:lnTo>
                      <a:lnTo>
                        <a:pt x="2793863" y="1586797"/>
                      </a:lnTo>
                      <a:lnTo>
                        <a:pt x="2800711" y="1583920"/>
                      </a:lnTo>
                      <a:lnTo>
                        <a:pt x="2807558" y="1583683"/>
                      </a:lnTo>
                      <a:lnTo>
                        <a:pt x="2814406" y="1586086"/>
                      </a:lnTo>
                      <a:lnTo>
                        <a:pt x="2821254" y="1591111"/>
                      </a:lnTo>
                      <a:lnTo>
                        <a:pt x="2828101" y="1598722"/>
                      </a:lnTo>
                      <a:lnTo>
                        <a:pt x="2834949" y="1608860"/>
                      </a:lnTo>
                      <a:lnTo>
                        <a:pt x="2841797" y="1621452"/>
                      </a:lnTo>
                      <a:lnTo>
                        <a:pt x="2848644" y="1636404"/>
                      </a:lnTo>
                      <a:lnTo>
                        <a:pt x="2855492" y="1653608"/>
                      </a:lnTo>
                      <a:lnTo>
                        <a:pt x="2862340" y="1672940"/>
                      </a:lnTo>
                      <a:lnTo>
                        <a:pt x="2869188" y="1694261"/>
                      </a:lnTo>
                      <a:lnTo>
                        <a:pt x="2876035" y="1717423"/>
                      </a:lnTo>
                      <a:lnTo>
                        <a:pt x="2882883" y="1742266"/>
                      </a:lnTo>
                      <a:lnTo>
                        <a:pt x="2889731" y="1768622"/>
                      </a:lnTo>
                      <a:lnTo>
                        <a:pt x="2896578" y="1796317"/>
                      </a:lnTo>
                      <a:lnTo>
                        <a:pt x="2903426" y="1825172"/>
                      </a:lnTo>
                      <a:lnTo>
                        <a:pt x="2910274" y="1855004"/>
                      </a:lnTo>
                      <a:lnTo>
                        <a:pt x="2917121" y="1885633"/>
                      </a:lnTo>
                      <a:lnTo>
                        <a:pt x="2923969" y="1916875"/>
                      </a:lnTo>
                      <a:lnTo>
                        <a:pt x="2930817" y="1948553"/>
                      </a:lnTo>
                      <a:lnTo>
                        <a:pt x="2937665" y="1980493"/>
                      </a:lnTo>
                      <a:lnTo>
                        <a:pt x="2944512" y="2012527"/>
                      </a:lnTo>
                      <a:lnTo>
                        <a:pt x="2951360" y="2044492"/>
                      </a:lnTo>
                      <a:lnTo>
                        <a:pt x="2958208" y="2076238"/>
                      </a:lnTo>
                      <a:lnTo>
                        <a:pt x="2965055" y="2107621"/>
                      </a:lnTo>
                      <a:lnTo>
                        <a:pt x="2971903" y="2138508"/>
                      </a:lnTo>
                      <a:lnTo>
                        <a:pt x="2978751" y="2168780"/>
                      </a:lnTo>
                      <a:lnTo>
                        <a:pt x="2985598" y="2198325"/>
                      </a:lnTo>
                      <a:lnTo>
                        <a:pt x="2992446" y="2227046"/>
                      </a:lnTo>
                      <a:lnTo>
                        <a:pt x="2999294" y="2254858"/>
                      </a:lnTo>
                      <a:lnTo>
                        <a:pt x="3006142" y="2281688"/>
                      </a:lnTo>
                      <a:lnTo>
                        <a:pt x="3012989" y="2307476"/>
                      </a:lnTo>
                      <a:lnTo>
                        <a:pt x="3019837" y="2332171"/>
                      </a:lnTo>
                      <a:lnTo>
                        <a:pt x="3026685" y="2355736"/>
                      </a:lnTo>
                      <a:lnTo>
                        <a:pt x="3033532" y="2378145"/>
                      </a:lnTo>
                      <a:lnTo>
                        <a:pt x="3040380" y="2399382"/>
                      </a:lnTo>
                      <a:lnTo>
                        <a:pt x="3047228" y="2419439"/>
                      </a:lnTo>
                      <a:lnTo>
                        <a:pt x="3054075" y="2438320"/>
                      </a:lnTo>
                      <a:lnTo>
                        <a:pt x="3060923" y="2456036"/>
                      </a:lnTo>
                      <a:lnTo>
                        <a:pt x="3067771" y="2472604"/>
                      </a:lnTo>
                      <a:lnTo>
                        <a:pt x="3074619" y="2488050"/>
                      </a:lnTo>
                      <a:lnTo>
                        <a:pt x="3081466" y="2502403"/>
                      </a:lnTo>
                      <a:lnTo>
                        <a:pt x="3088314" y="2515700"/>
                      </a:lnTo>
                      <a:lnTo>
                        <a:pt x="3095162" y="2527980"/>
                      </a:lnTo>
                      <a:lnTo>
                        <a:pt x="3102009" y="2539286"/>
                      </a:lnTo>
                      <a:lnTo>
                        <a:pt x="3108857" y="2549664"/>
                      </a:lnTo>
                      <a:lnTo>
                        <a:pt x="3115705" y="2559161"/>
                      </a:lnTo>
                      <a:lnTo>
                        <a:pt x="3122553" y="2567825"/>
                      </a:lnTo>
                      <a:lnTo>
                        <a:pt x="3129400" y="2575707"/>
                      </a:lnTo>
                      <a:lnTo>
                        <a:pt x="3136248" y="2582856"/>
                      </a:lnTo>
                      <a:lnTo>
                        <a:pt x="3143096" y="2589320"/>
                      </a:lnTo>
                      <a:lnTo>
                        <a:pt x="3149943" y="2595149"/>
                      </a:lnTo>
                      <a:lnTo>
                        <a:pt x="3156791" y="2600390"/>
                      </a:lnTo>
                      <a:lnTo>
                        <a:pt x="3163639" y="2605088"/>
                      </a:lnTo>
                      <a:lnTo>
                        <a:pt x="3170487" y="2609287"/>
                      </a:lnTo>
                      <a:lnTo>
                        <a:pt x="3177334" y="2613030"/>
                      </a:lnTo>
                      <a:lnTo>
                        <a:pt x="3184182" y="2616357"/>
                      </a:lnTo>
                      <a:lnTo>
                        <a:pt x="3191030" y="2619305"/>
                      </a:lnTo>
                      <a:lnTo>
                        <a:pt x="3197877" y="2621911"/>
                      </a:lnTo>
                      <a:lnTo>
                        <a:pt x="3204725" y="2624207"/>
                      </a:lnTo>
                      <a:lnTo>
                        <a:pt x="3211573" y="2626225"/>
                      </a:lnTo>
                      <a:lnTo>
                        <a:pt x="3218421" y="2627994"/>
                      </a:lnTo>
                      <a:lnTo>
                        <a:pt x="3225268" y="2629540"/>
                      </a:lnTo>
                      <a:lnTo>
                        <a:pt x="3232116" y="2630887"/>
                      </a:lnTo>
                      <a:lnTo>
                        <a:pt x="3238963" y="2632058"/>
                      </a:lnTo>
                      <a:lnTo>
                        <a:pt x="3245811" y="2633073"/>
                      </a:lnTo>
                      <a:lnTo>
                        <a:pt x="3252659" y="2633950"/>
                      </a:lnTo>
                      <a:lnTo>
                        <a:pt x="3259507" y="2634706"/>
                      </a:lnTo>
                      <a:lnTo>
                        <a:pt x="3266354" y="2635356"/>
                      </a:lnTo>
                      <a:lnTo>
                        <a:pt x="3273202" y="2635913"/>
                      </a:lnTo>
                      <a:lnTo>
                        <a:pt x="3280050" y="2636389"/>
                      </a:lnTo>
                      <a:lnTo>
                        <a:pt x="3286897" y="2636795"/>
                      </a:lnTo>
                      <a:lnTo>
                        <a:pt x="3293745" y="2637141"/>
                      </a:lnTo>
                      <a:lnTo>
                        <a:pt x="3300593" y="2637433"/>
                      </a:lnTo>
                      <a:lnTo>
                        <a:pt x="3307441" y="2637681"/>
                      </a:lnTo>
                      <a:lnTo>
                        <a:pt x="3314288" y="2637890"/>
                      </a:lnTo>
                      <a:lnTo>
                        <a:pt x="3321136" y="2638066"/>
                      </a:lnTo>
                      <a:lnTo>
                        <a:pt x="3327984" y="2638213"/>
                      </a:lnTo>
                      <a:lnTo>
                        <a:pt x="3334831" y="2638337"/>
                      </a:lnTo>
                      <a:lnTo>
                        <a:pt x="3341679" y="2638439"/>
                      </a:lnTo>
                      <a:lnTo>
                        <a:pt x="3348527" y="2638525"/>
                      </a:lnTo>
                      <a:lnTo>
                        <a:pt x="3355375" y="2638596"/>
                      </a:lnTo>
                      <a:lnTo>
                        <a:pt x="3362222" y="2638655"/>
                      </a:lnTo>
                      <a:lnTo>
                        <a:pt x="3369070" y="2638704"/>
                      </a:lnTo>
                      <a:lnTo>
                        <a:pt x="3375917" y="2638744"/>
                      </a:lnTo>
                      <a:lnTo>
                        <a:pt x="3382765" y="2638776"/>
                      </a:lnTo>
                      <a:lnTo>
                        <a:pt x="3389613" y="2638803"/>
                      </a:lnTo>
                      <a:lnTo>
                        <a:pt x="3396461" y="2638825"/>
                      </a:lnTo>
                      <a:lnTo>
                        <a:pt x="3403308" y="2638843"/>
                      </a:lnTo>
                      <a:lnTo>
                        <a:pt x="3410156" y="2638858"/>
                      </a:lnTo>
                      <a:lnTo>
                        <a:pt x="3417004" y="2638870"/>
                      </a:lnTo>
                      <a:lnTo>
                        <a:pt x="3423851" y="2638879"/>
                      </a:lnTo>
                      <a:lnTo>
                        <a:pt x="3430699" y="2638887"/>
                      </a:lnTo>
                      <a:lnTo>
                        <a:pt x="3437547" y="2638893"/>
                      </a:lnTo>
                      <a:lnTo>
                        <a:pt x="3444395" y="2638898"/>
                      </a:lnTo>
                      <a:lnTo>
                        <a:pt x="3451242" y="2638902"/>
                      </a:lnTo>
                      <a:lnTo>
                        <a:pt x="3458090" y="2638905"/>
                      </a:lnTo>
                      <a:lnTo>
                        <a:pt x="3464938" y="2638907"/>
                      </a:lnTo>
                      <a:lnTo>
                        <a:pt x="3471785" y="2638909"/>
                      </a:lnTo>
                      <a:lnTo>
                        <a:pt x="3478633" y="2638911"/>
                      </a:lnTo>
                      <a:lnTo>
                        <a:pt x="3485481" y="2638912"/>
                      </a:lnTo>
                      <a:lnTo>
                        <a:pt x="3492329" y="2638913"/>
                      </a:lnTo>
                      <a:lnTo>
                        <a:pt x="3499176" y="2638913"/>
                      </a:lnTo>
                      <a:lnTo>
                        <a:pt x="3506024" y="2638914"/>
                      </a:lnTo>
                      <a:lnTo>
                        <a:pt x="3512872" y="2638914"/>
                      </a:lnTo>
                      <a:lnTo>
                        <a:pt x="3519719" y="2638915"/>
                      </a:lnTo>
                      <a:lnTo>
                        <a:pt x="3526567" y="2638915"/>
                      </a:lnTo>
                      <a:lnTo>
                        <a:pt x="3533415" y="2638915"/>
                      </a:lnTo>
                      <a:lnTo>
                        <a:pt x="3540262" y="2638915"/>
                      </a:lnTo>
                      <a:lnTo>
                        <a:pt x="3547110" y="2638915"/>
                      </a:lnTo>
                      <a:lnTo>
                        <a:pt x="3553958" y="2638915"/>
                      </a:lnTo>
                      <a:lnTo>
                        <a:pt x="3560805" y="2638915"/>
                      </a:lnTo>
                      <a:lnTo>
                        <a:pt x="3567653" y="2638914"/>
                      </a:lnTo>
                      <a:lnTo>
                        <a:pt x="3574501" y="2638914"/>
                      </a:lnTo>
                      <a:lnTo>
                        <a:pt x="3581349" y="2638914"/>
                      </a:lnTo>
                      <a:lnTo>
                        <a:pt x="3588196" y="2638914"/>
                      </a:lnTo>
                      <a:lnTo>
                        <a:pt x="3595044" y="2638913"/>
                      </a:lnTo>
                      <a:lnTo>
                        <a:pt x="3601892" y="2638913"/>
                      </a:lnTo>
                      <a:lnTo>
                        <a:pt x="3608739" y="2638913"/>
                      </a:lnTo>
                      <a:lnTo>
                        <a:pt x="3615587" y="2638912"/>
                      </a:lnTo>
                      <a:lnTo>
                        <a:pt x="3622435" y="2638912"/>
                      </a:lnTo>
                      <a:lnTo>
                        <a:pt x="3629283" y="2638912"/>
                      </a:lnTo>
                      <a:lnTo>
                        <a:pt x="3636130" y="2638911"/>
                      </a:lnTo>
                      <a:lnTo>
                        <a:pt x="3642978" y="2638911"/>
                      </a:lnTo>
                      <a:lnTo>
                        <a:pt x="3649826" y="2638910"/>
                      </a:lnTo>
                      <a:lnTo>
                        <a:pt x="3656673" y="2638910"/>
                      </a:lnTo>
                      <a:lnTo>
                        <a:pt x="3663521" y="2638909"/>
                      </a:lnTo>
                      <a:lnTo>
                        <a:pt x="3670369" y="2638908"/>
                      </a:lnTo>
                      <a:lnTo>
                        <a:pt x="3677217" y="2638907"/>
                      </a:lnTo>
                      <a:lnTo>
                        <a:pt x="3684064" y="2638907"/>
                      </a:lnTo>
                      <a:lnTo>
                        <a:pt x="3690912" y="2638906"/>
                      </a:lnTo>
                      <a:lnTo>
                        <a:pt x="3697759" y="2638905"/>
                      </a:lnTo>
                      <a:lnTo>
                        <a:pt x="3704607" y="2638904"/>
                      </a:lnTo>
                      <a:lnTo>
                        <a:pt x="3711455" y="2638903"/>
                      </a:lnTo>
                      <a:lnTo>
                        <a:pt x="3718303" y="2638901"/>
                      </a:lnTo>
                      <a:lnTo>
                        <a:pt x="3725150" y="2638900"/>
                      </a:lnTo>
                      <a:lnTo>
                        <a:pt x="3731998" y="2638899"/>
                      </a:lnTo>
                      <a:lnTo>
                        <a:pt x="3738846" y="2638897"/>
                      </a:lnTo>
                      <a:lnTo>
                        <a:pt x="3745693" y="2638896"/>
                      </a:lnTo>
                      <a:lnTo>
                        <a:pt x="3752541" y="2638894"/>
                      </a:lnTo>
                      <a:lnTo>
                        <a:pt x="3759389" y="2638892"/>
                      </a:lnTo>
                      <a:lnTo>
                        <a:pt x="3766237" y="2638890"/>
                      </a:lnTo>
                      <a:lnTo>
                        <a:pt x="3773084" y="2638888"/>
                      </a:lnTo>
                      <a:lnTo>
                        <a:pt x="3779932" y="2638885"/>
                      </a:lnTo>
                      <a:lnTo>
                        <a:pt x="3786780" y="2638883"/>
                      </a:lnTo>
                      <a:lnTo>
                        <a:pt x="3793627" y="2638880"/>
                      </a:lnTo>
                      <a:lnTo>
                        <a:pt x="3800475" y="2638877"/>
                      </a:lnTo>
                      <a:lnTo>
                        <a:pt x="3807323" y="2638874"/>
                      </a:lnTo>
                      <a:lnTo>
                        <a:pt x="3814171" y="2638871"/>
                      </a:lnTo>
                      <a:lnTo>
                        <a:pt x="3821018" y="2638867"/>
                      </a:lnTo>
                      <a:lnTo>
                        <a:pt x="3827866" y="2638863"/>
                      </a:lnTo>
                      <a:lnTo>
                        <a:pt x="3834714" y="2638859"/>
                      </a:lnTo>
                      <a:lnTo>
                        <a:pt x="3841562" y="2638855"/>
                      </a:lnTo>
                      <a:lnTo>
                        <a:pt x="3848409" y="2638850"/>
                      </a:lnTo>
                      <a:lnTo>
                        <a:pt x="3855257" y="2638845"/>
                      </a:lnTo>
                      <a:lnTo>
                        <a:pt x="3862104" y="2638839"/>
                      </a:lnTo>
                      <a:lnTo>
                        <a:pt x="3868952" y="2638833"/>
                      </a:lnTo>
                      <a:lnTo>
                        <a:pt x="3875800" y="2638827"/>
                      </a:lnTo>
                      <a:lnTo>
                        <a:pt x="3882647" y="2638820"/>
                      </a:lnTo>
                      <a:lnTo>
                        <a:pt x="3889495" y="2638813"/>
                      </a:lnTo>
                      <a:lnTo>
                        <a:pt x="3896343" y="2638805"/>
                      </a:lnTo>
                      <a:lnTo>
                        <a:pt x="3903191" y="2638797"/>
                      </a:lnTo>
                      <a:lnTo>
                        <a:pt x="3910038" y="2638788"/>
                      </a:lnTo>
                      <a:lnTo>
                        <a:pt x="3916886" y="2638778"/>
                      </a:lnTo>
                      <a:lnTo>
                        <a:pt x="3923734" y="2638768"/>
                      </a:lnTo>
                      <a:lnTo>
                        <a:pt x="3930581" y="2638757"/>
                      </a:lnTo>
                      <a:lnTo>
                        <a:pt x="3937429" y="2638745"/>
                      </a:lnTo>
                      <a:lnTo>
                        <a:pt x="3944277" y="2638733"/>
                      </a:lnTo>
                      <a:lnTo>
                        <a:pt x="3951125" y="2638720"/>
                      </a:lnTo>
                      <a:lnTo>
                        <a:pt x="3957972" y="2638705"/>
                      </a:lnTo>
                      <a:lnTo>
                        <a:pt x="3964820" y="2638690"/>
                      </a:lnTo>
                      <a:lnTo>
                        <a:pt x="3971668" y="2638674"/>
                      </a:lnTo>
                      <a:lnTo>
                        <a:pt x="3978516" y="2638656"/>
                      </a:lnTo>
                      <a:lnTo>
                        <a:pt x="3985363" y="2638638"/>
                      </a:lnTo>
                      <a:lnTo>
                        <a:pt x="3992211" y="2638618"/>
                      </a:lnTo>
                      <a:lnTo>
                        <a:pt x="3999059" y="2638597"/>
                      </a:lnTo>
                      <a:lnTo>
                        <a:pt x="4005906" y="2638575"/>
                      </a:lnTo>
                      <a:lnTo>
                        <a:pt x="4012754" y="2638551"/>
                      </a:lnTo>
                      <a:lnTo>
                        <a:pt x="4019601" y="2638525"/>
                      </a:lnTo>
                      <a:lnTo>
                        <a:pt x="4026449" y="2638498"/>
                      </a:lnTo>
                      <a:lnTo>
                        <a:pt x="4033297" y="2638469"/>
                      </a:lnTo>
                      <a:lnTo>
                        <a:pt x="4040145" y="2638438"/>
                      </a:lnTo>
                      <a:lnTo>
                        <a:pt x="4046992" y="2638405"/>
                      </a:lnTo>
                      <a:lnTo>
                        <a:pt x="4053840" y="2638370"/>
                      </a:lnTo>
                      <a:lnTo>
                        <a:pt x="4060688" y="2638333"/>
                      </a:lnTo>
                      <a:lnTo>
                        <a:pt x="4067535" y="2638293"/>
                      </a:lnTo>
                      <a:lnTo>
                        <a:pt x="4074383" y="2638251"/>
                      </a:lnTo>
                      <a:lnTo>
                        <a:pt x="4081231" y="2638206"/>
                      </a:lnTo>
                      <a:lnTo>
                        <a:pt x="4088079" y="2638159"/>
                      </a:lnTo>
                      <a:lnTo>
                        <a:pt x="4094926" y="2638108"/>
                      </a:lnTo>
                      <a:lnTo>
                        <a:pt x="4101774" y="2638054"/>
                      </a:lnTo>
                      <a:lnTo>
                        <a:pt x="4108622" y="2637997"/>
                      </a:lnTo>
                      <a:lnTo>
                        <a:pt x="4115470" y="2637937"/>
                      </a:lnTo>
                      <a:lnTo>
                        <a:pt x="4122317" y="2637873"/>
                      </a:lnTo>
                      <a:lnTo>
                        <a:pt x="4129165" y="2637804"/>
                      </a:lnTo>
                      <a:lnTo>
                        <a:pt x="4136013" y="2637732"/>
                      </a:lnTo>
                      <a:lnTo>
                        <a:pt x="4142860" y="2637655"/>
                      </a:lnTo>
                      <a:lnTo>
                        <a:pt x="4149708" y="2637574"/>
                      </a:lnTo>
                      <a:lnTo>
                        <a:pt x="4156555" y="2637487"/>
                      </a:lnTo>
                      <a:lnTo>
                        <a:pt x="4163404" y="2637396"/>
                      </a:lnTo>
                      <a:lnTo>
                        <a:pt x="4170251" y="2637299"/>
                      </a:lnTo>
                      <a:lnTo>
                        <a:pt x="4177099" y="2637197"/>
                      </a:lnTo>
                      <a:lnTo>
                        <a:pt x="4183946" y="2637088"/>
                      </a:lnTo>
                      <a:lnTo>
                        <a:pt x="4190794" y="2636973"/>
                      </a:lnTo>
                      <a:lnTo>
                        <a:pt x="4197642" y="2636851"/>
                      </a:lnTo>
                      <a:lnTo>
                        <a:pt x="4204490" y="2636723"/>
                      </a:lnTo>
                      <a:lnTo>
                        <a:pt x="4211338" y="2636586"/>
                      </a:lnTo>
                      <a:lnTo>
                        <a:pt x="4218185" y="2636443"/>
                      </a:lnTo>
                      <a:lnTo>
                        <a:pt x="4225033" y="2636290"/>
                      </a:lnTo>
                      <a:lnTo>
                        <a:pt x="4231880" y="2636129"/>
                      </a:lnTo>
                      <a:lnTo>
                        <a:pt x="4238728" y="2635960"/>
                      </a:lnTo>
                      <a:lnTo>
                        <a:pt x="4245576" y="2635780"/>
                      </a:lnTo>
                      <a:lnTo>
                        <a:pt x="4252424" y="2635591"/>
                      </a:lnTo>
                      <a:lnTo>
                        <a:pt x="4259271" y="2635391"/>
                      </a:lnTo>
                      <a:lnTo>
                        <a:pt x="4266119" y="2635179"/>
                      </a:lnTo>
                      <a:lnTo>
                        <a:pt x="4272967" y="2634957"/>
                      </a:lnTo>
                      <a:lnTo>
                        <a:pt x="4279814" y="2634722"/>
                      </a:lnTo>
                      <a:lnTo>
                        <a:pt x="4286662" y="2634474"/>
                      </a:lnTo>
                      <a:lnTo>
                        <a:pt x="4293510" y="2634213"/>
                      </a:lnTo>
                      <a:lnTo>
                        <a:pt x="4300358" y="2633938"/>
                      </a:lnTo>
                      <a:lnTo>
                        <a:pt x="4307205" y="2633648"/>
                      </a:lnTo>
                      <a:lnTo>
                        <a:pt x="4314053" y="2633342"/>
                      </a:lnTo>
                      <a:lnTo>
                        <a:pt x="4320901" y="2633021"/>
                      </a:lnTo>
                      <a:lnTo>
                        <a:pt x="4327748" y="2632682"/>
                      </a:lnTo>
                      <a:lnTo>
                        <a:pt x="4334596" y="2632326"/>
                      </a:lnTo>
                      <a:lnTo>
                        <a:pt x="4341444" y="2631951"/>
                      </a:lnTo>
                      <a:lnTo>
                        <a:pt x="4348292" y="2631557"/>
                      </a:lnTo>
                      <a:lnTo>
                        <a:pt x="4355139" y="2631142"/>
                      </a:lnTo>
                      <a:lnTo>
                        <a:pt x="4361987" y="2630706"/>
                      </a:lnTo>
                      <a:lnTo>
                        <a:pt x="4368835" y="2630248"/>
                      </a:lnTo>
                      <a:lnTo>
                        <a:pt x="4375682" y="2629767"/>
                      </a:lnTo>
                      <a:lnTo>
                        <a:pt x="4382530" y="2629261"/>
                      </a:lnTo>
                      <a:lnTo>
                        <a:pt x="4389378" y="2628730"/>
                      </a:lnTo>
                      <a:lnTo>
                        <a:pt x="4396225" y="2628173"/>
                      </a:lnTo>
                      <a:lnTo>
                        <a:pt x="4403073" y="2627588"/>
                      </a:lnTo>
                      <a:lnTo>
                        <a:pt x="4409921" y="2626974"/>
                      </a:lnTo>
                      <a:lnTo>
                        <a:pt x="4416768" y="2626330"/>
                      </a:lnTo>
                      <a:lnTo>
                        <a:pt x="4423616" y="2625655"/>
                      </a:lnTo>
                      <a:lnTo>
                        <a:pt x="4430464" y="2624948"/>
                      </a:lnTo>
                      <a:lnTo>
                        <a:pt x="4437312" y="2624206"/>
                      </a:lnTo>
                      <a:lnTo>
                        <a:pt x="4444159" y="2623429"/>
                      </a:lnTo>
                      <a:lnTo>
                        <a:pt x="4451007" y="2622615"/>
                      </a:lnTo>
                      <a:lnTo>
                        <a:pt x="4457855" y="2621763"/>
                      </a:lnTo>
                      <a:lnTo>
                        <a:pt x="4464702" y="2620871"/>
                      </a:lnTo>
                      <a:lnTo>
                        <a:pt x="4471550" y="2619937"/>
                      </a:lnTo>
                      <a:lnTo>
                        <a:pt x="4478398" y="2618961"/>
                      </a:lnTo>
                      <a:lnTo>
                        <a:pt x="4485246" y="2617939"/>
                      </a:lnTo>
                      <a:lnTo>
                        <a:pt x="4492093" y="2616870"/>
                      </a:lnTo>
                      <a:lnTo>
                        <a:pt x="4498941" y="2615754"/>
                      </a:lnTo>
                      <a:lnTo>
                        <a:pt x="4505789" y="2614586"/>
                      </a:lnTo>
                      <a:lnTo>
                        <a:pt x="4512636" y="2613367"/>
                      </a:lnTo>
                      <a:lnTo>
                        <a:pt x="4519484" y="2612093"/>
                      </a:lnTo>
                      <a:lnTo>
                        <a:pt x="4526332" y="2610763"/>
                      </a:lnTo>
                      <a:lnTo>
                        <a:pt x="4533180" y="2609375"/>
                      </a:lnTo>
                      <a:lnTo>
                        <a:pt x="4540027" y="2607926"/>
                      </a:lnTo>
                      <a:lnTo>
                        <a:pt x="4546875" y="2606415"/>
                      </a:lnTo>
                      <a:lnTo>
                        <a:pt x="4553722" y="2604838"/>
                      </a:lnTo>
                      <a:lnTo>
                        <a:pt x="4560570" y="2603194"/>
                      </a:lnTo>
                      <a:lnTo>
                        <a:pt x="4567418" y="2601481"/>
                      </a:lnTo>
                      <a:lnTo>
                        <a:pt x="4574266" y="2599695"/>
                      </a:lnTo>
                      <a:lnTo>
                        <a:pt x="4581113" y="2597835"/>
                      </a:lnTo>
                      <a:lnTo>
                        <a:pt x="4587961" y="2595897"/>
                      </a:lnTo>
                      <a:lnTo>
                        <a:pt x="4594809" y="2593880"/>
                      </a:lnTo>
                      <a:lnTo>
                        <a:pt x="4601656" y="2591780"/>
                      </a:lnTo>
                      <a:lnTo>
                        <a:pt x="4608504" y="2589595"/>
                      </a:lnTo>
                      <a:lnTo>
                        <a:pt x="4615352" y="2587322"/>
                      </a:lnTo>
                      <a:lnTo>
                        <a:pt x="4622200" y="2584958"/>
                      </a:lnTo>
                      <a:lnTo>
                        <a:pt x="4629047" y="2582500"/>
                      </a:lnTo>
                      <a:lnTo>
                        <a:pt x="4635895" y="2579945"/>
                      </a:lnTo>
                      <a:lnTo>
                        <a:pt x="4642743" y="2577291"/>
                      </a:lnTo>
                      <a:lnTo>
                        <a:pt x="4649590" y="2574533"/>
                      </a:lnTo>
                      <a:lnTo>
                        <a:pt x="4656438" y="2571670"/>
                      </a:lnTo>
                      <a:lnTo>
                        <a:pt x="4663286" y="2568697"/>
                      </a:lnTo>
                      <a:lnTo>
                        <a:pt x="4670134" y="2565611"/>
                      </a:lnTo>
                      <a:lnTo>
                        <a:pt x="4676981" y="2562409"/>
                      </a:lnTo>
                      <a:lnTo>
                        <a:pt x="4683829" y="2559088"/>
                      </a:lnTo>
                      <a:lnTo>
                        <a:pt x="4690676" y="2555645"/>
                      </a:lnTo>
                      <a:lnTo>
                        <a:pt x="4697524" y="2552074"/>
                      </a:lnTo>
                      <a:lnTo>
                        <a:pt x="4704372" y="2548375"/>
                      </a:lnTo>
                      <a:lnTo>
                        <a:pt x="4711220" y="2544541"/>
                      </a:lnTo>
                      <a:lnTo>
                        <a:pt x="4718067" y="2540571"/>
                      </a:lnTo>
                      <a:lnTo>
                        <a:pt x="4724915" y="2536460"/>
                      </a:lnTo>
                      <a:lnTo>
                        <a:pt x="4731763" y="2532204"/>
                      </a:lnTo>
                      <a:lnTo>
                        <a:pt x="4738610" y="2527800"/>
                      </a:lnTo>
                      <a:lnTo>
                        <a:pt x="4745458" y="2523244"/>
                      </a:lnTo>
                      <a:lnTo>
                        <a:pt x="4752306" y="2518533"/>
                      </a:lnTo>
                      <a:lnTo>
                        <a:pt x="4759154" y="2513661"/>
                      </a:lnTo>
                      <a:lnTo>
                        <a:pt x="4766001" y="2508626"/>
                      </a:lnTo>
                      <a:lnTo>
                        <a:pt x="4772849" y="2503423"/>
                      </a:lnTo>
                      <a:lnTo>
                        <a:pt x="4779697" y="2498048"/>
                      </a:lnTo>
                      <a:lnTo>
                        <a:pt x="4786544" y="2492498"/>
                      </a:lnTo>
                      <a:lnTo>
                        <a:pt x="4793392" y="2486768"/>
                      </a:lnTo>
                      <a:lnTo>
                        <a:pt x="4800240" y="2480854"/>
                      </a:lnTo>
                      <a:lnTo>
                        <a:pt x="4807088" y="2474753"/>
                      </a:lnTo>
                      <a:lnTo>
                        <a:pt x="4813935" y="2468460"/>
                      </a:lnTo>
                      <a:lnTo>
                        <a:pt x="4820783" y="2461971"/>
                      </a:lnTo>
                      <a:lnTo>
                        <a:pt x="4827631" y="2455282"/>
                      </a:lnTo>
                      <a:lnTo>
                        <a:pt x="4834478" y="2448390"/>
                      </a:lnTo>
                      <a:lnTo>
                        <a:pt x="4841326" y="2441289"/>
                      </a:lnTo>
                      <a:lnTo>
                        <a:pt x="4848174" y="2433976"/>
                      </a:lnTo>
                      <a:lnTo>
                        <a:pt x="4855022" y="2426447"/>
                      </a:lnTo>
                      <a:lnTo>
                        <a:pt x="4861869" y="2418698"/>
                      </a:lnTo>
                      <a:lnTo>
                        <a:pt x="4868717" y="2410725"/>
                      </a:lnTo>
                      <a:lnTo>
                        <a:pt x="4875564" y="2402523"/>
                      </a:lnTo>
                      <a:lnTo>
                        <a:pt x="4882412" y="2394090"/>
                      </a:lnTo>
                      <a:lnTo>
                        <a:pt x="4889260" y="2385421"/>
                      </a:lnTo>
                      <a:lnTo>
                        <a:pt x="4896108" y="2376513"/>
                      </a:lnTo>
                      <a:lnTo>
                        <a:pt x="4902955" y="2367361"/>
                      </a:lnTo>
                      <a:lnTo>
                        <a:pt x="4909803" y="2357962"/>
                      </a:lnTo>
                      <a:lnTo>
                        <a:pt x="4916651" y="2348312"/>
                      </a:lnTo>
                      <a:lnTo>
                        <a:pt x="4923498" y="2338408"/>
                      </a:lnTo>
                      <a:lnTo>
                        <a:pt x="4930346" y="2328246"/>
                      </a:lnTo>
                      <a:lnTo>
                        <a:pt x="4937194" y="2317822"/>
                      </a:lnTo>
                      <a:lnTo>
                        <a:pt x="4944042" y="2307134"/>
                      </a:lnTo>
                      <a:lnTo>
                        <a:pt x="4950889" y="2296179"/>
                      </a:lnTo>
                      <a:lnTo>
                        <a:pt x="4957737" y="2284952"/>
                      </a:lnTo>
                      <a:lnTo>
                        <a:pt x="4964585" y="2273451"/>
                      </a:lnTo>
                      <a:lnTo>
                        <a:pt x="4971432" y="2261674"/>
                      </a:lnTo>
                      <a:lnTo>
                        <a:pt x="4978280" y="2249616"/>
                      </a:lnTo>
                      <a:lnTo>
                        <a:pt x="4985128" y="2237277"/>
                      </a:lnTo>
                      <a:lnTo>
                        <a:pt x="4991976" y="2224652"/>
                      </a:lnTo>
                      <a:lnTo>
                        <a:pt x="4998823" y="2211741"/>
                      </a:lnTo>
                      <a:lnTo>
                        <a:pt x="5005671" y="2198540"/>
                      </a:lnTo>
                      <a:lnTo>
                        <a:pt x="5012518" y="2185047"/>
                      </a:lnTo>
                      <a:lnTo>
                        <a:pt x="5019367" y="2171261"/>
                      </a:lnTo>
                      <a:lnTo>
                        <a:pt x="5026214" y="2157180"/>
                      </a:lnTo>
                      <a:lnTo>
                        <a:pt x="5033062" y="2142802"/>
                      </a:lnTo>
                      <a:lnTo>
                        <a:pt x="5039909" y="2128126"/>
                      </a:lnTo>
                      <a:lnTo>
                        <a:pt x="5046757" y="2113151"/>
                      </a:lnTo>
                      <a:lnTo>
                        <a:pt x="5053605" y="2097875"/>
                      </a:lnTo>
                      <a:lnTo>
                        <a:pt x="5060452" y="2082299"/>
                      </a:lnTo>
                      <a:lnTo>
                        <a:pt x="5067300" y="2066421"/>
                      </a:lnTo>
                      <a:lnTo>
                        <a:pt x="5074148" y="2050241"/>
                      </a:lnTo>
                      <a:lnTo>
                        <a:pt x="5080996" y="2033759"/>
                      </a:lnTo>
                      <a:lnTo>
                        <a:pt x="5087843" y="2016975"/>
                      </a:lnTo>
                      <a:lnTo>
                        <a:pt x="5094691" y="1999889"/>
                      </a:lnTo>
                      <a:lnTo>
                        <a:pt x="5101539" y="1982503"/>
                      </a:lnTo>
                      <a:lnTo>
                        <a:pt x="5108387" y="1964816"/>
                      </a:lnTo>
                      <a:lnTo>
                        <a:pt x="5115234" y="1946831"/>
                      </a:lnTo>
                      <a:lnTo>
                        <a:pt x="5122082" y="1928548"/>
                      </a:lnTo>
                      <a:lnTo>
                        <a:pt x="5128930" y="1909969"/>
                      </a:lnTo>
                      <a:lnTo>
                        <a:pt x="5135777" y="1891095"/>
                      </a:lnTo>
                      <a:lnTo>
                        <a:pt x="5142625" y="1871930"/>
                      </a:lnTo>
                      <a:lnTo>
                        <a:pt x="5149473" y="1852476"/>
                      </a:lnTo>
                      <a:lnTo>
                        <a:pt x="5156321" y="1832735"/>
                      </a:lnTo>
                      <a:lnTo>
                        <a:pt x="5163168" y="1812710"/>
                      </a:lnTo>
                      <a:lnTo>
                        <a:pt x="5170016" y="1792405"/>
                      </a:lnTo>
                      <a:lnTo>
                        <a:pt x="5176863" y="1771824"/>
                      </a:lnTo>
                      <a:lnTo>
                        <a:pt x="5183711" y="1750969"/>
                      </a:lnTo>
                      <a:lnTo>
                        <a:pt x="5190559" y="1729847"/>
                      </a:lnTo>
                      <a:lnTo>
                        <a:pt x="5197406" y="1708461"/>
                      </a:lnTo>
                      <a:lnTo>
                        <a:pt x="5204254" y="1686816"/>
                      </a:lnTo>
                      <a:lnTo>
                        <a:pt x="5211102" y="1664917"/>
                      </a:lnTo>
                      <a:lnTo>
                        <a:pt x="5217950" y="1642770"/>
                      </a:lnTo>
                      <a:lnTo>
                        <a:pt x="5224797" y="1620381"/>
                      </a:lnTo>
                      <a:lnTo>
                        <a:pt x="5231645" y="1597756"/>
                      </a:lnTo>
                      <a:lnTo>
                        <a:pt x="5238493" y="1574901"/>
                      </a:lnTo>
                      <a:lnTo>
                        <a:pt x="5245341" y="1551824"/>
                      </a:lnTo>
                      <a:lnTo>
                        <a:pt x="5252188" y="1528530"/>
                      </a:lnTo>
                      <a:lnTo>
                        <a:pt x="5259036" y="1505029"/>
                      </a:lnTo>
                      <a:lnTo>
                        <a:pt x="5265884" y="1481327"/>
                      </a:lnTo>
                      <a:lnTo>
                        <a:pt x="5272731" y="1457433"/>
                      </a:lnTo>
                      <a:lnTo>
                        <a:pt x="5279579" y="1433354"/>
                      </a:lnTo>
                      <a:lnTo>
                        <a:pt x="5286427" y="1409101"/>
                      </a:lnTo>
                      <a:lnTo>
                        <a:pt x="5293275" y="1384681"/>
                      </a:lnTo>
                      <a:lnTo>
                        <a:pt x="5300122" y="1360105"/>
                      </a:lnTo>
                      <a:lnTo>
                        <a:pt x="5306970" y="1335382"/>
                      </a:lnTo>
                      <a:lnTo>
                        <a:pt x="5313818" y="1310521"/>
                      </a:lnTo>
                      <a:lnTo>
                        <a:pt x="5320665" y="1285533"/>
                      </a:lnTo>
                      <a:lnTo>
                        <a:pt x="5327513" y="1260429"/>
                      </a:lnTo>
                      <a:lnTo>
                        <a:pt x="5334360" y="1235220"/>
                      </a:lnTo>
                      <a:lnTo>
                        <a:pt x="5341208" y="1209916"/>
                      </a:lnTo>
                      <a:lnTo>
                        <a:pt x="5348056" y="1184529"/>
                      </a:lnTo>
                      <a:lnTo>
                        <a:pt x="5354904" y="1159070"/>
                      </a:lnTo>
                      <a:lnTo>
                        <a:pt x="5361751" y="1133552"/>
                      </a:lnTo>
                      <a:lnTo>
                        <a:pt x="5368599" y="1107987"/>
                      </a:lnTo>
                      <a:lnTo>
                        <a:pt x="5375447" y="1082388"/>
                      </a:lnTo>
                      <a:lnTo>
                        <a:pt x="5382295" y="1056765"/>
                      </a:lnTo>
                      <a:lnTo>
                        <a:pt x="5389142" y="1031134"/>
                      </a:lnTo>
                      <a:lnTo>
                        <a:pt x="5395990" y="1005506"/>
                      </a:lnTo>
                      <a:lnTo>
                        <a:pt x="5402838" y="979896"/>
                      </a:lnTo>
                      <a:lnTo>
                        <a:pt x="5409685" y="954316"/>
                      </a:lnTo>
                      <a:lnTo>
                        <a:pt x="5416533" y="928780"/>
                      </a:lnTo>
                      <a:lnTo>
                        <a:pt x="5423381" y="903303"/>
                      </a:lnTo>
                      <a:lnTo>
                        <a:pt x="5430229" y="877898"/>
                      </a:lnTo>
                      <a:lnTo>
                        <a:pt x="5437076" y="852579"/>
                      </a:lnTo>
                      <a:lnTo>
                        <a:pt x="5443924" y="827361"/>
                      </a:lnTo>
                      <a:lnTo>
                        <a:pt x="5450772" y="802258"/>
                      </a:lnTo>
                      <a:lnTo>
                        <a:pt x="5457619" y="777285"/>
                      </a:lnTo>
                      <a:lnTo>
                        <a:pt x="5464467" y="752457"/>
                      </a:lnTo>
                      <a:lnTo>
                        <a:pt x="5471315" y="727787"/>
                      </a:lnTo>
                      <a:lnTo>
                        <a:pt x="5478163" y="703292"/>
                      </a:lnTo>
                      <a:lnTo>
                        <a:pt x="5485010" y="678985"/>
                      </a:lnTo>
                      <a:lnTo>
                        <a:pt x="5491858" y="654882"/>
                      </a:lnTo>
                      <a:lnTo>
                        <a:pt x="5498705" y="630998"/>
                      </a:lnTo>
                      <a:lnTo>
                        <a:pt x="5505553" y="607347"/>
                      </a:lnTo>
                      <a:lnTo>
                        <a:pt x="5512401" y="583945"/>
                      </a:lnTo>
                      <a:lnTo>
                        <a:pt x="5519249" y="560807"/>
                      </a:lnTo>
                      <a:lnTo>
                        <a:pt x="5526096" y="537947"/>
                      </a:lnTo>
                      <a:lnTo>
                        <a:pt x="5532944" y="515380"/>
                      </a:lnTo>
                      <a:lnTo>
                        <a:pt x="5539792" y="493122"/>
                      </a:lnTo>
                      <a:lnTo>
                        <a:pt x="5546639" y="471186"/>
                      </a:lnTo>
                      <a:lnTo>
                        <a:pt x="5553487" y="449588"/>
                      </a:lnTo>
                      <a:lnTo>
                        <a:pt x="5560335" y="428342"/>
                      </a:lnTo>
                      <a:lnTo>
                        <a:pt x="5567183" y="407462"/>
                      </a:lnTo>
                      <a:lnTo>
                        <a:pt x="5574030" y="386962"/>
                      </a:lnTo>
                      <a:lnTo>
                        <a:pt x="5580878" y="366857"/>
                      </a:lnTo>
                      <a:lnTo>
                        <a:pt x="5587726" y="347161"/>
                      </a:lnTo>
                      <a:lnTo>
                        <a:pt x="5594573" y="327886"/>
                      </a:lnTo>
                      <a:lnTo>
                        <a:pt x="5601421" y="309047"/>
                      </a:lnTo>
                      <a:lnTo>
                        <a:pt x="5608269" y="290658"/>
                      </a:lnTo>
                      <a:lnTo>
                        <a:pt x="5615117" y="272730"/>
                      </a:lnTo>
                      <a:lnTo>
                        <a:pt x="5621964" y="255276"/>
                      </a:lnTo>
                      <a:lnTo>
                        <a:pt x="5628812" y="238310"/>
                      </a:lnTo>
                      <a:lnTo>
                        <a:pt x="5635660" y="221843"/>
                      </a:lnTo>
                      <a:lnTo>
                        <a:pt x="5642507" y="205887"/>
                      </a:lnTo>
                      <a:lnTo>
                        <a:pt x="5649355" y="190455"/>
                      </a:lnTo>
                      <a:lnTo>
                        <a:pt x="5656203" y="175556"/>
                      </a:lnTo>
                      <a:lnTo>
                        <a:pt x="5663050" y="161202"/>
                      </a:lnTo>
                      <a:lnTo>
                        <a:pt x="5669898" y="147403"/>
                      </a:lnTo>
                      <a:lnTo>
                        <a:pt x="5676746" y="134171"/>
                      </a:lnTo>
                      <a:lnTo>
                        <a:pt x="5683593" y="121514"/>
                      </a:lnTo>
                      <a:lnTo>
                        <a:pt x="5690441" y="109442"/>
                      </a:lnTo>
                      <a:lnTo>
                        <a:pt x="5697289" y="97964"/>
                      </a:lnTo>
                      <a:lnTo>
                        <a:pt x="5704137" y="87089"/>
                      </a:lnTo>
                      <a:lnTo>
                        <a:pt x="5710984" y="76824"/>
                      </a:lnTo>
                      <a:lnTo>
                        <a:pt x="5717832" y="67178"/>
                      </a:lnTo>
                      <a:lnTo>
                        <a:pt x="5724680" y="58157"/>
                      </a:lnTo>
                      <a:lnTo>
                        <a:pt x="5731527" y="49769"/>
                      </a:lnTo>
                      <a:lnTo>
                        <a:pt x="5738375" y="42020"/>
                      </a:lnTo>
                      <a:lnTo>
                        <a:pt x="5745223" y="34916"/>
                      </a:lnTo>
                      <a:lnTo>
                        <a:pt x="5752071" y="28462"/>
                      </a:lnTo>
                      <a:lnTo>
                        <a:pt x="5758918" y="22664"/>
                      </a:lnTo>
                      <a:lnTo>
                        <a:pt x="5765766" y="17525"/>
                      </a:lnTo>
                      <a:lnTo>
                        <a:pt x="5772614" y="13049"/>
                      </a:lnTo>
                      <a:lnTo>
                        <a:pt x="5779461" y="9241"/>
                      </a:lnTo>
                      <a:lnTo>
                        <a:pt x="5786309" y="6103"/>
                      </a:lnTo>
                      <a:lnTo>
                        <a:pt x="5793157" y="3636"/>
                      </a:lnTo>
                      <a:lnTo>
                        <a:pt x="5800005" y="1844"/>
                      </a:lnTo>
                      <a:lnTo>
                        <a:pt x="5806852" y="728"/>
                      </a:lnTo>
                      <a:lnTo>
                        <a:pt x="5813700" y="288"/>
                      </a:lnTo>
                      <a:lnTo>
                        <a:pt x="5820547" y="525"/>
                      </a:lnTo>
                      <a:lnTo>
                        <a:pt x="5827395" y="1439"/>
                      </a:lnTo>
                      <a:lnTo>
                        <a:pt x="5834243" y="3028"/>
                      </a:lnTo>
                      <a:lnTo>
                        <a:pt x="5841091" y="5292"/>
                      </a:lnTo>
                      <a:lnTo>
                        <a:pt x="5847938" y="8229"/>
                      </a:lnTo>
                      <a:lnTo>
                        <a:pt x="5854786" y="11837"/>
                      </a:lnTo>
                      <a:lnTo>
                        <a:pt x="5861634" y="16112"/>
                      </a:lnTo>
                      <a:lnTo>
                        <a:pt x="5868481" y="21053"/>
                      </a:lnTo>
                      <a:lnTo>
                        <a:pt x="5875329" y="26654"/>
                      </a:lnTo>
                      <a:lnTo>
                        <a:pt x="5882177" y="32912"/>
                      </a:lnTo>
                      <a:lnTo>
                        <a:pt x="5889025" y="39821"/>
                      </a:lnTo>
                      <a:lnTo>
                        <a:pt x="5895872" y="47377"/>
                      </a:lnTo>
                      <a:lnTo>
                        <a:pt x="5902720" y="55574"/>
                      </a:lnTo>
                      <a:lnTo>
                        <a:pt x="5909568" y="64405"/>
                      </a:lnTo>
                      <a:lnTo>
                        <a:pt x="5916415" y="73865"/>
                      </a:lnTo>
                      <a:lnTo>
                        <a:pt x="5923263" y="83945"/>
                      </a:lnTo>
                      <a:lnTo>
                        <a:pt x="5930111" y="94638"/>
                      </a:lnTo>
                      <a:lnTo>
                        <a:pt x="5936959" y="105936"/>
                      </a:lnTo>
                      <a:lnTo>
                        <a:pt x="5943806" y="117831"/>
                      </a:lnTo>
                      <a:lnTo>
                        <a:pt x="5950654" y="130313"/>
                      </a:lnTo>
                      <a:lnTo>
                        <a:pt x="5957501" y="143374"/>
                      </a:lnTo>
                      <a:lnTo>
                        <a:pt x="5964349" y="157003"/>
                      </a:lnTo>
                      <a:lnTo>
                        <a:pt x="5971197" y="171192"/>
                      </a:lnTo>
                      <a:lnTo>
                        <a:pt x="5978045" y="185928"/>
                      </a:lnTo>
                      <a:lnTo>
                        <a:pt x="5984892" y="201202"/>
                      </a:lnTo>
                      <a:lnTo>
                        <a:pt x="5991740" y="217002"/>
                      </a:lnTo>
                      <a:lnTo>
                        <a:pt x="5998588" y="233317"/>
                      </a:lnTo>
                      <a:lnTo>
                        <a:pt x="6005435" y="250135"/>
                      </a:lnTo>
                      <a:lnTo>
                        <a:pt x="6012283" y="267443"/>
                      </a:lnTo>
                      <a:lnTo>
                        <a:pt x="6019131" y="285230"/>
                      </a:lnTo>
                      <a:lnTo>
                        <a:pt x="6025979" y="303483"/>
                      </a:lnTo>
                      <a:lnTo>
                        <a:pt x="6032826" y="322188"/>
                      </a:lnTo>
                      <a:lnTo>
                        <a:pt x="6039674" y="341333"/>
                      </a:lnTo>
                      <a:lnTo>
                        <a:pt x="6046522" y="360905"/>
                      </a:lnTo>
                      <a:lnTo>
                        <a:pt x="6053369" y="380889"/>
                      </a:lnTo>
                      <a:lnTo>
                        <a:pt x="6060217" y="401271"/>
                      </a:lnTo>
                      <a:lnTo>
                        <a:pt x="6067065" y="422039"/>
                      </a:lnTo>
                      <a:lnTo>
                        <a:pt x="6073913" y="443176"/>
                      </a:lnTo>
                      <a:lnTo>
                        <a:pt x="6080760" y="464671"/>
                      </a:lnTo>
                      <a:lnTo>
                        <a:pt x="6087608" y="486507"/>
                      </a:lnTo>
                      <a:lnTo>
                        <a:pt x="6094456" y="508670"/>
                      </a:lnTo>
                      <a:lnTo>
                        <a:pt x="6101303" y="531146"/>
                      </a:lnTo>
                      <a:lnTo>
                        <a:pt x="6108151" y="553919"/>
                      </a:lnTo>
                      <a:lnTo>
                        <a:pt x="6114999" y="576976"/>
                      </a:lnTo>
                      <a:lnTo>
                        <a:pt x="6121847" y="600300"/>
                      </a:lnTo>
                      <a:lnTo>
                        <a:pt x="6128694" y="623877"/>
                      </a:lnTo>
                      <a:lnTo>
                        <a:pt x="6135542" y="647693"/>
                      </a:lnTo>
                      <a:lnTo>
                        <a:pt x="6142389" y="671732"/>
                      </a:lnTo>
                      <a:lnTo>
                        <a:pt x="6149237" y="695979"/>
                      </a:lnTo>
                      <a:lnTo>
                        <a:pt x="6156085" y="720420"/>
                      </a:lnTo>
                      <a:lnTo>
                        <a:pt x="6162933" y="745039"/>
                      </a:lnTo>
                      <a:lnTo>
                        <a:pt x="6169780" y="769821"/>
                      </a:lnTo>
                      <a:lnTo>
                        <a:pt x="6176628" y="794752"/>
                      </a:lnTo>
                      <a:lnTo>
                        <a:pt x="6183476" y="819818"/>
                      </a:lnTo>
                      <a:lnTo>
                        <a:pt x="6190323" y="845003"/>
                      </a:lnTo>
                      <a:lnTo>
                        <a:pt x="6197171" y="870292"/>
                      </a:lnTo>
                      <a:lnTo>
                        <a:pt x="6204019" y="895673"/>
                      </a:lnTo>
                      <a:lnTo>
                        <a:pt x="6210867" y="921130"/>
                      </a:lnTo>
                      <a:lnTo>
                        <a:pt x="6217714" y="946650"/>
                      </a:lnTo>
                      <a:lnTo>
                        <a:pt x="6224562" y="972218"/>
                      </a:lnTo>
                      <a:lnTo>
                        <a:pt x="6231410" y="997821"/>
                      </a:lnTo>
                      <a:lnTo>
                        <a:pt x="6238257" y="1023445"/>
                      </a:lnTo>
                      <a:lnTo>
                        <a:pt x="6245105" y="1049076"/>
                      </a:lnTo>
                      <a:lnTo>
                        <a:pt x="6251953" y="1074703"/>
                      </a:lnTo>
                      <a:lnTo>
                        <a:pt x="6258801" y="1100310"/>
                      </a:lnTo>
                      <a:lnTo>
                        <a:pt x="6265648" y="1125887"/>
                      </a:lnTo>
                      <a:lnTo>
                        <a:pt x="6272496" y="1151421"/>
                      </a:lnTo>
                      <a:lnTo>
                        <a:pt x="6279343" y="1176898"/>
                      </a:lnTo>
                      <a:lnTo>
                        <a:pt x="6286192" y="1202308"/>
                      </a:lnTo>
                      <a:lnTo>
                        <a:pt x="6293039" y="1227638"/>
                      </a:lnTo>
                      <a:lnTo>
                        <a:pt x="6299887" y="1252877"/>
                      </a:lnTo>
                      <a:lnTo>
                        <a:pt x="6306734" y="1278014"/>
                      </a:lnTo>
                      <a:lnTo>
                        <a:pt x="6313582" y="1303037"/>
                      </a:lnTo>
                      <a:lnTo>
                        <a:pt x="6320430" y="1327937"/>
                      </a:lnTo>
                      <a:lnTo>
                        <a:pt x="6327278" y="1352703"/>
                      </a:lnTo>
                      <a:lnTo>
                        <a:pt x="6334125" y="1377325"/>
                      </a:lnTo>
                      <a:lnTo>
                        <a:pt x="6340973" y="1401792"/>
                      </a:lnTo>
                      <a:lnTo>
                        <a:pt x="6347821" y="1426096"/>
                      </a:lnTo>
                      <a:lnTo>
                        <a:pt x="6354668" y="1450228"/>
                      </a:lnTo>
                      <a:lnTo>
                        <a:pt x="6361516" y="1474179"/>
                      </a:lnTo>
                      <a:lnTo>
                        <a:pt x="6368364" y="1497939"/>
                      </a:lnTo>
                      <a:lnTo>
                        <a:pt x="6375211" y="1521501"/>
                      </a:lnTo>
                      <a:lnTo>
                        <a:pt x="6382059" y="1544858"/>
                      </a:lnTo>
                      <a:lnTo>
                        <a:pt x="6388907" y="1568001"/>
                      </a:lnTo>
                      <a:lnTo>
                        <a:pt x="6395754" y="1590923"/>
                      </a:lnTo>
                      <a:lnTo>
                        <a:pt x="6402603" y="1613618"/>
                      </a:lnTo>
                      <a:lnTo>
                        <a:pt x="6409450" y="1636079"/>
                      </a:lnTo>
                      <a:lnTo>
                        <a:pt x="6416298" y="1658299"/>
                      </a:lnTo>
                      <a:lnTo>
                        <a:pt x="6423146" y="1680273"/>
                      </a:lnTo>
                      <a:lnTo>
                        <a:pt x="6429993" y="1701994"/>
                      </a:lnTo>
                      <a:lnTo>
                        <a:pt x="6436841" y="1723459"/>
                      </a:lnTo>
                      <a:lnTo>
                        <a:pt x="6443688" y="1744661"/>
                      </a:lnTo>
                      <a:lnTo>
                        <a:pt x="6450536" y="1765596"/>
                      </a:lnTo>
                      <a:lnTo>
                        <a:pt x="6457384" y="1786259"/>
                      </a:lnTo>
                      <a:lnTo>
                        <a:pt x="6464231" y="1806648"/>
                      </a:lnTo>
                      <a:lnTo>
                        <a:pt x="6471079" y="1826757"/>
                      </a:lnTo>
                      <a:lnTo>
                        <a:pt x="6477927" y="1846583"/>
                      </a:lnTo>
                      <a:lnTo>
                        <a:pt x="6484774" y="1866124"/>
                      </a:lnTo>
                      <a:lnTo>
                        <a:pt x="6491623" y="1885376"/>
                      </a:lnTo>
                      <a:lnTo>
                        <a:pt x="6498470" y="1904337"/>
                      </a:lnTo>
                      <a:lnTo>
                        <a:pt x="6505318" y="1923005"/>
                      </a:lnTo>
                      <a:lnTo>
                        <a:pt x="6512166" y="1941377"/>
                      </a:lnTo>
                      <a:lnTo>
                        <a:pt x="6519013" y="1959452"/>
                      </a:lnTo>
                      <a:lnTo>
                        <a:pt x="6525861" y="1977228"/>
                      </a:lnTo>
                      <a:lnTo>
                        <a:pt x="6532709" y="1994705"/>
                      </a:lnTo>
                      <a:lnTo>
                        <a:pt x="6539556" y="2011881"/>
                      </a:lnTo>
                      <a:lnTo>
                        <a:pt x="6546404" y="2028755"/>
                      </a:lnTo>
                      <a:lnTo>
                        <a:pt x="6553252" y="2045328"/>
                      </a:lnTo>
                      <a:lnTo>
                        <a:pt x="6560099" y="2061598"/>
                      </a:lnTo>
                      <a:lnTo>
                        <a:pt x="6566947" y="2077567"/>
                      </a:lnTo>
                      <a:lnTo>
                        <a:pt x="6573794" y="2093234"/>
                      </a:lnTo>
                      <a:lnTo>
                        <a:pt x="6580643" y="2108600"/>
                      </a:lnTo>
                      <a:lnTo>
                        <a:pt x="6587491" y="2123665"/>
                      </a:lnTo>
                      <a:lnTo>
                        <a:pt x="6594338" y="2138430"/>
                      </a:lnTo>
                      <a:lnTo>
                        <a:pt x="6601186" y="2152898"/>
                      </a:lnTo>
                      <a:lnTo>
                        <a:pt x="6608033" y="2167068"/>
                      </a:lnTo>
                      <a:lnTo>
                        <a:pt x="6614881" y="2180942"/>
                      </a:lnTo>
                      <a:lnTo>
                        <a:pt x="6621729" y="2194523"/>
                      </a:lnTo>
                      <a:lnTo>
                        <a:pt x="6628576" y="2207811"/>
                      </a:lnTo>
                      <a:lnTo>
                        <a:pt x="6635424" y="2220809"/>
                      </a:lnTo>
                      <a:lnTo>
                        <a:pt x="6642272" y="2233519"/>
                      </a:lnTo>
                      <a:lnTo>
                        <a:pt x="6649119" y="2245944"/>
                      </a:lnTo>
                      <a:lnTo>
                        <a:pt x="6655967" y="2258086"/>
                      </a:lnTo>
                      <a:lnTo>
                        <a:pt x="6662815" y="2269947"/>
                      </a:lnTo>
                      <a:lnTo>
                        <a:pt x="6669663" y="2281531"/>
                      </a:lnTo>
                      <a:lnTo>
                        <a:pt x="6676511" y="2292839"/>
                      </a:lnTo>
                      <a:lnTo>
                        <a:pt x="6683358" y="2303876"/>
                      </a:lnTo>
                      <a:lnTo>
                        <a:pt x="6690206" y="2314644"/>
                      </a:lnTo>
                      <a:lnTo>
                        <a:pt x="6697054" y="2325146"/>
                      </a:lnTo>
                      <a:lnTo>
                        <a:pt x="6703901" y="2335386"/>
                      </a:lnTo>
                      <a:lnTo>
                        <a:pt x="6710749" y="2345367"/>
                      </a:lnTo>
                      <a:lnTo>
                        <a:pt x="6717597" y="2355093"/>
                      </a:lnTo>
                      <a:lnTo>
                        <a:pt x="6724444" y="2364567"/>
                      </a:lnTo>
                      <a:lnTo>
                        <a:pt x="6731292" y="2373793"/>
                      </a:lnTo>
                      <a:lnTo>
                        <a:pt x="6738140" y="2382774"/>
                      </a:lnTo>
                      <a:lnTo>
                        <a:pt x="6744987" y="2391515"/>
                      </a:lnTo>
                      <a:lnTo>
                        <a:pt x="6751835" y="2400018"/>
                      </a:lnTo>
                      <a:lnTo>
                        <a:pt x="6758682" y="2408288"/>
                      </a:lnTo>
                      <a:lnTo>
                        <a:pt x="6765531" y="2416330"/>
                      </a:lnTo>
                      <a:lnTo>
                        <a:pt x="6772379" y="2424145"/>
                      </a:lnTo>
                      <a:lnTo>
                        <a:pt x="6779226" y="2431740"/>
                      </a:lnTo>
                      <a:lnTo>
                        <a:pt x="6786074" y="2439117"/>
                      </a:lnTo>
                      <a:lnTo>
                        <a:pt x="6792921" y="2446281"/>
                      </a:lnTo>
                      <a:lnTo>
                        <a:pt x="6799769" y="2453236"/>
                      </a:lnTo>
                      <a:lnTo>
                        <a:pt x="6806617" y="2459986"/>
                      </a:lnTo>
                      <a:lnTo>
                        <a:pt x="6813464" y="2466534"/>
                      </a:lnTo>
                      <a:lnTo>
                        <a:pt x="6820312" y="2472886"/>
                      </a:lnTo>
                      <a:lnTo>
                        <a:pt x="6827160" y="2479044"/>
                      </a:lnTo>
                      <a:lnTo>
                        <a:pt x="6834007" y="2485013"/>
                      </a:lnTo>
                      <a:lnTo>
                        <a:pt x="6840855" y="2490798"/>
                      </a:lnTo>
                      <a:lnTo>
                        <a:pt x="6840855" y="2638917"/>
                      </a:lnTo>
                      <a:lnTo>
                        <a:pt x="6840855" y="2638917"/>
                      </a:lnTo>
                      <a:lnTo>
                        <a:pt x="6834007" y="2638917"/>
                      </a:lnTo>
                      <a:lnTo>
                        <a:pt x="6827160" y="2638917"/>
                      </a:lnTo>
                      <a:lnTo>
                        <a:pt x="6820312" y="2638917"/>
                      </a:lnTo>
                      <a:lnTo>
                        <a:pt x="6813464" y="2638917"/>
                      </a:lnTo>
                      <a:lnTo>
                        <a:pt x="6806617" y="2638917"/>
                      </a:lnTo>
                      <a:lnTo>
                        <a:pt x="6799769" y="2638917"/>
                      </a:lnTo>
                      <a:lnTo>
                        <a:pt x="6792921" y="2638917"/>
                      </a:lnTo>
                      <a:lnTo>
                        <a:pt x="6786074" y="2638917"/>
                      </a:lnTo>
                      <a:lnTo>
                        <a:pt x="6779226" y="2638917"/>
                      </a:lnTo>
                      <a:lnTo>
                        <a:pt x="6772379" y="2638917"/>
                      </a:lnTo>
                      <a:lnTo>
                        <a:pt x="6765531" y="2638917"/>
                      </a:lnTo>
                      <a:lnTo>
                        <a:pt x="6758682" y="2638917"/>
                      </a:lnTo>
                      <a:lnTo>
                        <a:pt x="6751835" y="2638917"/>
                      </a:lnTo>
                      <a:lnTo>
                        <a:pt x="6744987" y="2638917"/>
                      </a:lnTo>
                      <a:lnTo>
                        <a:pt x="6738140" y="2638917"/>
                      </a:lnTo>
                      <a:lnTo>
                        <a:pt x="6731292" y="2638917"/>
                      </a:lnTo>
                      <a:lnTo>
                        <a:pt x="6724444" y="2638917"/>
                      </a:lnTo>
                      <a:lnTo>
                        <a:pt x="6717597" y="2638917"/>
                      </a:lnTo>
                      <a:lnTo>
                        <a:pt x="6710749" y="2638917"/>
                      </a:lnTo>
                      <a:lnTo>
                        <a:pt x="6703901" y="2638917"/>
                      </a:lnTo>
                      <a:lnTo>
                        <a:pt x="6697054" y="2638917"/>
                      </a:lnTo>
                      <a:lnTo>
                        <a:pt x="6690206" y="2638917"/>
                      </a:lnTo>
                      <a:lnTo>
                        <a:pt x="6683358" y="2638917"/>
                      </a:lnTo>
                      <a:lnTo>
                        <a:pt x="6676511" y="2638917"/>
                      </a:lnTo>
                      <a:lnTo>
                        <a:pt x="6669663" y="2638917"/>
                      </a:lnTo>
                      <a:lnTo>
                        <a:pt x="6662815" y="2638917"/>
                      </a:lnTo>
                      <a:lnTo>
                        <a:pt x="6655967" y="2638917"/>
                      </a:lnTo>
                      <a:lnTo>
                        <a:pt x="6649119" y="2638917"/>
                      </a:lnTo>
                      <a:lnTo>
                        <a:pt x="6642272" y="2638917"/>
                      </a:lnTo>
                      <a:lnTo>
                        <a:pt x="6635424" y="2638917"/>
                      </a:lnTo>
                      <a:lnTo>
                        <a:pt x="6628576" y="2638917"/>
                      </a:lnTo>
                      <a:lnTo>
                        <a:pt x="6621729" y="2638917"/>
                      </a:lnTo>
                      <a:lnTo>
                        <a:pt x="6614881" y="2638917"/>
                      </a:lnTo>
                      <a:lnTo>
                        <a:pt x="6608033" y="2638917"/>
                      </a:lnTo>
                      <a:lnTo>
                        <a:pt x="6601186" y="2638917"/>
                      </a:lnTo>
                      <a:lnTo>
                        <a:pt x="6594338" y="2638917"/>
                      </a:lnTo>
                      <a:lnTo>
                        <a:pt x="6587491" y="2638917"/>
                      </a:lnTo>
                      <a:lnTo>
                        <a:pt x="6580643" y="2638917"/>
                      </a:lnTo>
                      <a:lnTo>
                        <a:pt x="6573794" y="2638917"/>
                      </a:lnTo>
                      <a:lnTo>
                        <a:pt x="6566947" y="2638917"/>
                      </a:lnTo>
                      <a:lnTo>
                        <a:pt x="6560099" y="2638917"/>
                      </a:lnTo>
                      <a:lnTo>
                        <a:pt x="6553252" y="2638917"/>
                      </a:lnTo>
                      <a:lnTo>
                        <a:pt x="6546404" y="2638917"/>
                      </a:lnTo>
                      <a:lnTo>
                        <a:pt x="6539556" y="2638917"/>
                      </a:lnTo>
                      <a:lnTo>
                        <a:pt x="6532709" y="2638917"/>
                      </a:lnTo>
                      <a:lnTo>
                        <a:pt x="6525861" y="2638917"/>
                      </a:lnTo>
                      <a:lnTo>
                        <a:pt x="6519013" y="2638917"/>
                      </a:lnTo>
                      <a:lnTo>
                        <a:pt x="6512166" y="2638917"/>
                      </a:lnTo>
                      <a:lnTo>
                        <a:pt x="6505318" y="2638917"/>
                      </a:lnTo>
                      <a:lnTo>
                        <a:pt x="6498470" y="2638917"/>
                      </a:lnTo>
                      <a:lnTo>
                        <a:pt x="6491623" y="2638917"/>
                      </a:lnTo>
                      <a:lnTo>
                        <a:pt x="6484774" y="2638917"/>
                      </a:lnTo>
                      <a:lnTo>
                        <a:pt x="6477927" y="2638917"/>
                      </a:lnTo>
                      <a:lnTo>
                        <a:pt x="6471079" y="2638917"/>
                      </a:lnTo>
                      <a:lnTo>
                        <a:pt x="6464231" y="2638917"/>
                      </a:lnTo>
                      <a:lnTo>
                        <a:pt x="6457384" y="2638917"/>
                      </a:lnTo>
                      <a:lnTo>
                        <a:pt x="6450536" y="2638917"/>
                      </a:lnTo>
                      <a:lnTo>
                        <a:pt x="6443688" y="2638917"/>
                      </a:lnTo>
                      <a:lnTo>
                        <a:pt x="6436841" y="2638917"/>
                      </a:lnTo>
                      <a:lnTo>
                        <a:pt x="6429993" y="2638917"/>
                      </a:lnTo>
                      <a:lnTo>
                        <a:pt x="6423146" y="2638917"/>
                      </a:lnTo>
                      <a:lnTo>
                        <a:pt x="6416298" y="2638917"/>
                      </a:lnTo>
                      <a:lnTo>
                        <a:pt x="6409450" y="2638917"/>
                      </a:lnTo>
                      <a:lnTo>
                        <a:pt x="6402603" y="2638917"/>
                      </a:lnTo>
                      <a:lnTo>
                        <a:pt x="6395754" y="2638917"/>
                      </a:lnTo>
                      <a:lnTo>
                        <a:pt x="6388907" y="2638917"/>
                      </a:lnTo>
                      <a:lnTo>
                        <a:pt x="6382059" y="2638917"/>
                      </a:lnTo>
                      <a:lnTo>
                        <a:pt x="6375211" y="2638917"/>
                      </a:lnTo>
                      <a:lnTo>
                        <a:pt x="6368364" y="2638917"/>
                      </a:lnTo>
                      <a:lnTo>
                        <a:pt x="6361516" y="2638917"/>
                      </a:lnTo>
                      <a:lnTo>
                        <a:pt x="6354668" y="2638917"/>
                      </a:lnTo>
                      <a:lnTo>
                        <a:pt x="6347821" y="2638917"/>
                      </a:lnTo>
                      <a:lnTo>
                        <a:pt x="6340973" y="2638917"/>
                      </a:lnTo>
                      <a:lnTo>
                        <a:pt x="6334125" y="2638917"/>
                      </a:lnTo>
                      <a:lnTo>
                        <a:pt x="6327278" y="2638917"/>
                      </a:lnTo>
                      <a:lnTo>
                        <a:pt x="6320430" y="2638917"/>
                      </a:lnTo>
                      <a:lnTo>
                        <a:pt x="6313582" y="2638917"/>
                      </a:lnTo>
                      <a:lnTo>
                        <a:pt x="6306734" y="2638917"/>
                      </a:lnTo>
                      <a:lnTo>
                        <a:pt x="6299887" y="2638917"/>
                      </a:lnTo>
                      <a:lnTo>
                        <a:pt x="6293039" y="2638917"/>
                      </a:lnTo>
                      <a:lnTo>
                        <a:pt x="6286192" y="2638917"/>
                      </a:lnTo>
                      <a:lnTo>
                        <a:pt x="6279343" y="2638917"/>
                      </a:lnTo>
                      <a:lnTo>
                        <a:pt x="6272496" y="2638917"/>
                      </a:lnTo>
                      <a:lnTo>
                        <a:pt x="6265648" y="2638917"/>
                      </a:lnTo>
                      <a:lnTo>
                        <a:pt x="6258801" y="2638917"/>
                      </a:lnTo>
                      <a:lnTo>
                        <a:pt x="6251953" y="2638917"/>
                      </a:lnTo>
                      <a:lnTo>
                        <a:pt x="6245105" y="2638917"/>
                      </a:lnTo>
                      <a:lnTo>
                        <a:pt x="6238257" y="2638917"/>
                      </a:lnTo>
                      <a:lnTo>
                        <a:pt x="6231410" y="2638917"/>
                      </a:lnTo>
                      <a:lnTo>
                        <a:pt x="6224562" y="2638917"/>
                      </a:lnTo>
                      <a:lnTo>
                        <a:pt x="6217714" y="2638917"/>
                      </a:lnTo>
                      <a:lnTo>
                        <a:pt x="6210867" y="2638917"/>
                      </a:lnTo>
                      <a:lnTo>
                        <a:pt x="6204019" y="2638917"/>
                      </a:lnTo>
                      <a:lnTo>
                        <a:pt x="6197171" y="2638917"/>
                      </a:lnTo>
                      <a:lnTo>
                        <a:pt x="6190323" y="2638917"/>
                      </a:lnTo>
                      <a:lnTo>
                        <a:pt x="6183476" y="2638917"/>
                      </a:lnTo>
                      <a:lnTo>
                        <a:pt x="6176628" y="2638917"/>
                      </a:lnTo>
                      <a:lnTo>
                        <a:pt x="6169780" y="2638917"/>
                      </a:lnTo>
                      <a:lnTo>
                        <a:pt x="6162933" y="2638917"/>
                      </a:lnTo>
                      <a:lnTo>
                        <a:pt x="6156085" y="2638917"/>
                      </a:lnTo>
                      <a:lnTo>
                        <a:pt x="6149237" y="2638917"/>
                      </a:lnTo>
                      <a:lnTo>
                        <a:pt x="6142389" y="2638917"/>
                      </a:lnTo>
                      <a:lnTo>
                        <a:pt x="6135542" y="2638917"/>
                      </a:lnTo>
                      <a:lnTo>
                        <a:pt x="6128694" y="2638917"/>
                      </a:lnTo>
                      <a:lnTo>
                        <a:pt x="6121847" y="2638917"/>
                      </a:lnTo>
                      <a:lnTo>
                        <a:pt x="6114999" y="2638917"/>
                      </a:lnTo>
                      <a:lnTo>
                        <a:pt x="6108151" y="2638917"/>
                      </a:lnTo>
                      <a:lnTo>
                        <a:pt x="6101303" y="2638917"/>
                      </a:lnTo>
                      <a:lnTo>
                        <a:pt x="6094456" y="2638917"/>
                      </a:lnTo>
                      <a:lnTo>
                        <a:pt x="6087608" y="2638917"/>
                      </a:lnTo>
                      <a:lnTo>
                        <a:pt x="6080760" y="2638917"/>
                      </a:lnTo>
                      <a:lnTo>
                        <a:pt x="6073913" y="2638917"/>
                      </a:lnTo>
                      <a:lnTo>
                        <a:pt x="6067065" y="2638917"/>
                      </a:lnTo>
                      <a:lnTo>
                        <a:pt x="6060217" y="2638917"/>
                      </a:lnTo>
                      <a:lnTo>
                        <a:pt x="6053369" y="2638917"/>
                      </a:lnTo>
                      <a:lnTo>
                        <a:pt x="6046522" y="2638917"/>
                      </a:lnTo>
                      <a:lnTo>
                        <a:pt x="6039674" y="2638917"/>
                      </a:lnTo>
                      <a:lnTo>
                        <a:pt x="6032826" y="2638917"/>
                      </a:lnTo>
                      <a:lnTo>
                        <a:pt x="6025979" y="2638917"/>
                      </a:lnTo>
                      <a:lnTo>
                        <a:pt x="6019131" y="2638917"/>
                      </a:lnTo>
                      <a:lnTo>
                        <a:pt x="6012283" y="2638917"/>
                      </a:lnTo>
                      <a:lnTo>
                        <a:pt x="6005435" y="2638917"/>
                      </a:lnTo>
                      <a:lnTo>
                        <a:pt x="5998588" y="2638917"/>
                      </a:lnTo>
                      <a:lnTo>
                        <a:pt x="5991740" y="2638917"/>
                      </a:lnTo>
                      <a:lnTo>
                        <a:pt x="5984892" y="2638917"/>
                      </a:lnTo>
                      <a:lnTo>
                        <a:pt x="5978045" y="2638917"/>
                      </a:lnTo>
                      <a:lnTo>
                        <a:pt x="5971197" y="2638917"/>
                      </a:lnTo>
                      <a:lnTo>
                        <a:pt x="5964349" y="2638917"/>
                      </a:lnTo>
                      <a:lnTo>
                        <a:pt x="5957501" y="2638917"/>
                      </a:lnTo>
                      <a:lnTo>
                        <a:pt x="5950654" y="2638917"/>
                      </a:lnTo>
                      <a:lnTo>
                        <a:pt x="5943806" y="2638917"/>
                      </a:lnTo>
                      <a:lnTo>
                        <a:pt x="5936959" y="2638917"/>
                      </a:lnTo>
                      <a:lnTo>
                        <a:pt x="5930111" y="2638917"/>
                      </a:lnTo>
                      <a:lnTo>
                        <a:pt x="5923263" y="2638917"/>
                      </a:lnTo>
                      <a:lnTo>
                        <a:pt x="5916415" y="2638917"/>
                      </a:lnTo>
                      <a:lnTo>
                        <a:pt x="5909568" y="2638917"/>
                      </a:lnTo>
                      <a:lnTo>
                        <a:pt x="5902720" y="2638917"/>
                      </a:lnTo>
                      <a:lnTo>
                        <a:pt x="5895872" y="2638917"/>
                      </a:lnTo>
                      <a:lnTo>
                        <a:pt x="5889025" y="2638917"/>
                      </a:lnTo>
                      <a:lnTo>
                        <a:pt x="5882177" y="2638917"/>
                      </a:lnTo>
                      <a:lnTo>
                        <a:pt x="5875329" y="2638917"/>
                      </a:lnTo>
                      <a:lnTo>
                        <a:pt x="5868481" y="2638917"/>
                      </a:lnTo>
                      <a:lnTo>
                        <a:pt x="5861634" y="2638917"/>
                      </a:lnTo>
                      <a:lnTo>
                        <a:pt x="5854786" y="2638917"/>
                      </a:lnTo>
                      <a:lnTo>
                        <a:pt x="5847938" y="2638917"/>
                      </a:lnTo>
                      <a:lnTo>
                        <a:pt x="5841091" y="2638917"/>
                      </a:lnTo>
                      <a:lnTo>
                        <a:pt x="5834243" y="2638917"/>
                      </a:lnTo>
                      <a:lnTo>
                        <a:pt x="5827395" y="2638917"/>
                      </a:lnTo>
                      <a:lnTo>
                        <a:pt x="5820547" y="2638917"/>
                      </a:lnTo>
                      <a:lnTo>
                        <a:pt x="5813700" y="2638917"/>
                      </a:lnTo>
                      <a:lnTo>
                        <a:pt x="5806852" y="2638917"/>
                      </a:lnTo>
                      <a:lnTo>
                        <a:pt x="5800005" y="2638917"/>
                      </a:lnTo>
                      <a:lnTo>
                        <a:pt x="5793157" y="2638917"/>
                      </a:lnTo>
                      <a:lnTo>
                        <a:pt x="5786309" y="2638917"/>
                      </a:lnTo>
                      <a:lnTo>
                        <a:pt x="5779461" y="2638917"/>
                      </a:lnTo>
                      <a:lnTo>
                        <a:pt x="5772614" y="2638917"/>
                      </a:lnTo>
                      <a:lnTo>
                        <a:pt x="5765766" y="2638917"/>
                      </a:lnTo>
                      <a:lnTo>
                        <a:pt x="5758918" y="2638917"/>
                      </a:lnTo>
                      <a:lnTo>
                        <a:pt x="5752071" y="2638917"/>
                      </a:lnTo>
                      <a:lnTo>
                        <a:pt x="5745223" y="2638917"/>
                      </a:lnTo>
                      <a:lnTo>
                        <a:pt x="5738375" y="2638917"/>
                      </a:lnTo>
                      <a:lnTo>
                        <a:pt x="5731527" y="2638917"/>
                      </a:lnTo>
                      <a:lnTo>
                        <a:pt x="5724680" y="2638917"/>
                      </a:lnTo>
                      <a:lnTo>
                        <a:pt x="5717832" y="2638917"/>
                      </a:lnTo>
                      <a:lnTo>
                        <a:pt x="5710984" y="2638917"/>
                      </a:lnTo>
                      <a:lnTo>
                        <a:pt x="5704137" y="2638917"/>
                      </a:lnTo>
                      <a:lnTo>
                        <a:pt x="5697289" y="2638917"/>
                      </a:lnTo>
                      <a:lnTo>
                        <a:pt x="5690441" y="2638917"/>
                      </a:lnTo>
                      <a:lnTo>
                        <a:pt x="5683593" y="2638917"/>
                      </a:lnTo>
                      <a:lnTo>
                        <a:pt x="5676746" y="2638917"/>
                      </a:lnTo>
                      <a:lnTo>
                        <a:pt x="5669898" y="2638917"/>
                      </a:lnTo>
                      <a:lnTo>
                        <a:pt x="5663050" y="2638917"/>
                      </a:lnTo>
                      <a:lnTo>
                        <a:pt x="5656203" y="2638917"/>
                      </a:lnTo>
                      <a:lnTo>
                        <a:pt x="5649355" y="2638917"/>
                      </a:lnTo>
                      <a:lnTo>
                        <a:pt x="5642507" y="2638917"/>
                      </a:lnTo>
                      <a:lnTo>
                        <a:pt x="5635660" y="2638917"/>
                      </a:lnTo>
                      <a:lnTo>
                        <a:pt x="5628812" y="2638917"/>
                      </a:lnTo>
                      <a:lnTo>
                        <a:pt x="5621964" y="2638917"/>
                      </a:lnTo>
                      <a:lnTo>
                        <a:pt x="5615117" y="2638917"/>
                      </a:lnTo>
                      <a:lnTo>
                        <a:pt x="5608269" y="2638917"/>
                      </a:lnTo>
                      <a:lnTo>
                        <a:pt x="5601421" y="2638917"/>
                      </a:lnTo>
                      <a:lnTo>
                        <a:pt x="5594573" y="2638917"/>
                      </a:lnTo>
                      <a:lnTo>
                        <a:pt x="5587726" y="2638917"/>
                      </a:lnTo>
                      <a:lnTo>
                        <a:pt x="5580878" y="2638917"/>
                      </a:lnTo>
                      <a:lnTo>
                        <a:pt x="5574030" y="2638917"/>
                      </a:lnTo>
                      <a:lnTo>
                        <a:pt x="5567183" y="2638917"/>
                      </a:lnTo>
                      <a:lnTo>
                        <a:pt x="5560335" y="2638917"/>
                      </a:lnTo>
                      <a:lnTo>
                        <a:pt x="5553487" y="2638917"/>
                      </a:lnTo>
                      <a:lnTo>
                        <a:pt x="5546639" y="2638917"/>
                      </a:lnTo>
                      <a:lnTo>
                        <a:pt x="5539792" y="2638917"/>
                      </a:lnTo>
                      <a:lnTo>
                        <a:pt x="5532944" y="2638917"/>
                      </a:lnTo>
                      <a:lnTo>
                        <a:pt x="5526096" y="2638917"/>
                      </a:lnTo>
                      <a:lnTo>
                        <a:pt x="5519249" y="2638917"/>
                      </a:lnTo>
                      <a:lnTo>
                        <a:pt x="5512401" y="2638917"/>
                      </a:lnTo>
                      <a:lnTo>
                        <a:pt x="5505553" y="2638917"/>
                      </a:lnTo>
                      <a:lnTo>
                        <a:pt x="5498705" y="2638917"/>
                      </a:lnTo>
                      <a:lnTo>
                        <a:pt x="5491858" y="2638917"/>
                      </a:lnTo>
                      <a:lnTo>
                        <a:pt x="5485010" y="2638917"/>
                      </a:lnTo>
                      <a:lnTo>
                        <a:pt x="5478163" y="2638917"/>
                      </a:lnTo>
                      <a:lnTo>
                        <a:pt x="5471315" y="2638917"/>
                      </a:lnTo>
                      <a:lnTo>
                        <a:pt x="5464467" y="2638917"/>
                      </a:lnTo>
                      <a:lnTo>
                        <a:pt x="5457619" y="2638917"/>
                      </a:lnTo>
                      <a:lnTo>
                        <a:pt x="5450772" y="2638917"/>
                      </a:lnTo>
                      <a:lnTo>
                        <a:pt x="5443924" y="2638917"/>
                      </a:lnTo>
                      <a:lnTo>
                        <a:pt x="5437076" y="2638917"/>
                      </a:lnTo>
                      <a:lnTo>
                        <a:pt x="5430229" y="2638917"/>
                      </a:lnTo>
                      <a:lnTo>
                        <a:pt x="5423381" y="2638917"/>
                      </a:lnTo>
                      <a:lnTo>
                        <a:pt x="5416533" y="2638917"/>
                      </a:lnTo>
                      <a:lnTo>
                        <a:pt x="5409685" y="2638917"/>
                      </a:lnTo>
                      <a:lnTo>
                        <a:pt x="5402838" y="2638917"/>
                      </a:lnTo>
                      <a:lnTo>
                        <a:pt x="5395990" y="2638917"/>
                      </a:lnTo>
                      <a:lnTo>
                        <a:pt x="5389142" y="2638917"/>
                      </a:lnTo>
                      <a:lnTo>
                        <a:pt x="5382295" y="2638917"/>
                      </a:lnTo>
                      <a:lnTo>
                        <a:pt x="5375447" y="2638917"/>
                      </a:lnTo>
                      <a:lnTo>
                        <a:pt x="5368599" y="2638917"/>
                      </a:lnTo>
                      <a:lnTo>
                        <a:pt x="5361751" y="2638917"/>
                      </a:lnTo>
                      <a:lnTo>
                        <a:pt x="5354904" y="2638917"/>
                      </a:lnTo>
                      <a:lnTo>
                        <a:pt x="5348056" y="2638917"/>
                      </a:lnTo>
                      <a:lnTo>
                        <a:pt x="5341208" y="2638917"/>
                      </a:lnTo>
                      <a:lnTo>
                        <a:pt x="5334360" y="2638917"/>
                      </a:lnTo>
                      <a:lnTo>
                        <a:pt x="5327513" y="2638917"/>
                      </a:lnTo>
                      <a:lnTo>
                        <a:pt x="5320665" y="2638917"/>
                      </a:lnTo>
                      <a:lnTo>
                        <a:pt x="5313818" y="2638917"/>
                      </a:lnTo>
                      <a:lnTo>
                        <a:pt x="5306970" y="2638917"/>
                      </a:lnTo>
                      <a:lnTo>
                        <a:pt x="5300122" y="2638917"/>
                      </a:lnTo>
                      <a:lnTo>
                        <a:pt x="5293275" y="2638917"/>
                      </a:lnTo>
                      <a:lnTo>
                        <a:pt x="5286427" y="2638917"/>
                      </a:lnTo>
                      <a:lnTo>
                        <a:pt x="5279579" y="2638917"/>
                      </a:lnTo>
                      <a:lnTo>
                        <a:pt x="5272731" y="2638917"/>
                      </a:lnTo>
                      <a:lnTo>
                        <a:pt x="5265884" y="2638917"/>
                      </a:lnTo>
                      <a:lnTo>
                        <a:pt x="5259036" y="2638917"/>
                      </a:lnTo>
                      <a:lnTo>
                        <a:pt x="5252188" y="2638917"/>
                      </a:lnTo>
                      <a:lnTo>
                        <a:pt x="5245341" y="2638917"/>
                      </a:lnTo>
                      <a:lnTo>
                        <a:pt x="5238493" y="2638917"/>
                      </a:lnTo>
                      <a:lnTo>
                        <a:pt x="5231645" y="2638917"/>
                      </a:lnTo>
                      <a:lnTo>
                        <a:pt x="5224797" y="2638917"/>
                      </a:lnTo>
                      <a:lnTo>
                        <a:pt x="5217950" y="2638917"/>
                      </a:lnTo>
                      <a:lnTo>
                        <a:pt x="5211102" y="2638917"/>
                      </a:lnTo>
                      <a:lnTo>
                        <a:pt x="5204254" y="2638917"/>
                      </a:lnTo>
                      <a:lnTo>
                        <a:pt x="5197406" y="2638917"/>
                      </a:lnTo>
                      <a:lnTo>
                        <a:pt x="5190559" y="2638917"/>
                      </a:lnTo>
                      <a:lnTo>
                        <a:pt x="5183711" y="2638917"/>
                      </a:lnTo>
                      <a:lnTo>
                        <a:pt x="5176863" y="2638917"/>
                      </a:lnTo>
                      <a:lnTo>
                        <a:pt x="5170016" y="2638917"/>
                      </a:lnTo>
                      <a:lnTo>
                        <a:pt x="5163168" y="2638917"/>
                      </a:lnTo>
                      <a:lnTo>
                        <a:pt x="5156321" y="2638917"/>
                      </a:lnTo>
                      <a:lnTo>
                        <a:pt x="5149473" y="2638917"/>
                      </a:lnTo>
                      <a:lnTo>
                        <a:pt x="5142625" y="2638917"/>
                      </a:lnTo>
                      <a:lnTo>
                        <a:pt x="5135777" y="2638917"/>
                      </a:lnTo>
                      <a:lnTo>
                        <a:pt x="5128930" y="2638917"/>
                      </a:lnTo>
                      <a:lnTo>
                        <a:pt x="5122082" y="2638917"/>
                      </a:lnTo>
                      <a:lnTo>
                        <a:pt x="5115234" y="2638917"/>
                      </a:lnTo>
                      <a:lnTo>
                        <a:pt x="5108387" y="2638917"/>
                      </a:lnTo>
                      <a:lnTo>
                        <a:pt x="5101539" y="2638917"/>
                      </a:lnTo>
                      <a:lnTo>
                        <a:pt x="5094691" y="2638917"/>
                      </a:lnTo>
                      <a:lnTo>
                        <a:pt x="5087843" y="2638917"/>
                      </a:lnTo>
                      <a:lnTo>
                        <a:pt x="5080996" y="2638917"/>
                      </a:lnTo>
                      <a:lnTo>
                        <a:pt x="5074148" y="2638917"/>
                      </a:lnTo>
                      <a:lnTo>
                        <a:pt x="5067300" y="2638917"/>
                      </a:lnTo>
                      <a:lnTo>
                        <a:pt x="5060452" y="2638917"/>
                      </a:lnTo>
                      <a:lnTo>
                        <a:pt x="5053605" y="2638917"/>
                      </a:lnTo>
                      <a:lnTo>
                        <a:pt x="5046757" y="2638917"/>
                      </a:lnTo>
                      <a:lnTo>
                        <a:pt x="5039909" y="2638917"/>
                      </a:lnTo>
                      <a:lnTo>
                        <a:pt x="5033062" y="2638917"/>
                      </a:lnTo>
                      <a:lnTo>
                        <a:pt x="5026214" y="2638917"/>
                      </a:lnTo>
                      <a:lnTo>
                        <a:pt x="5019367" y="2638917"/>
                      </a:lnTo>
                      <a:lnTo>
                        <a:pt x="5012518" y="2638917"/>
                      </a:lnTo>
                      <a:lnTo>
                        <a:pt x="5005671" y="2638917"/>
                      </a:lnTo>
                      <a:lnTo>
                        <a:pt x="4998823" y="2638917"/>
                      </a:lnTo>
                      <a:lnTo>
                        <a:pt x="4991976" y="2638917"/>
                      </a:lnTo>
                      <a:lnTo>
                        <a:pt x="4985128" y="2638917"/>
                      </a:lnTo>
                      <a:lnTo>
                        <a:pt x="4978280" y="2638917"/>
                      </a:lnTo>
                      <a:lnTo>
                        <a:pt x="4971432" y="2638917"/>
                      </a:lnTo>
                      <a:lnTo>
                        <a:pt x="4964585" y="2638917"/>
                      </a:lnTo>
                      <a:lnTo>
                        <a:pt x="4957737" y="2638917"/>
                      </a:lnTo>
                      <a:lnTo>
                        <a:pt x="4950889" y="2638917"/>
                      </a:lnTo>
                      <a:lnTo>
                        <a:pt x="4944042" y="2638917"/>
                      </a:lnTo>
                      <a:lnTo>
                        <a:pt x="4937194" y="2638917"/>
                      </a:lnTo>
                      <a:lnTo>
                        <a:pt x="4930346" y="2638917"/>
                      </a:lnTo>
                      <a:lnTo>
                        <a:pt x="4923498" y="2638917"/>
                      </a:lnTo>
                      <a:lnTo>
                        <a:pt x="4916651" y="2638917"/>
                      </a:lnTo>
                      <a:lnTo>
                        <a:pt x="4909803" y="2638917"/>
                      </a:lnTo>
                      <a:lnTo>
                        <a:pt x="4902955" y="2638917"/>
                      </a:lnTo>
                      <a:lnTo>
                        <a:pt x="4896108" y="2638917"/>
                      </a:lnTo>
                      <a:lnTo>
                        <a:pt x="4889260" y="2638917"/>
                      </a:lnTo>
                      <a:lnTo>
                        <a:pt x="4882412" y="2638917"/>
                      </a:lnTo>
                      <a:lnTo>
                        <a:pt x="4875564" y="2638917"/>
                      </a:lnTo>
                      <a:lnTo>
                        <a:pt x="4868717" y="2638917"/>
                      </a:lnTo>
                      <a:lnTo>
                        <a:pt x="4861869" y="2638917"/>
                      </a:lnTo>
                      <a:lnTo>
                        <a:pt x="4855022" y="2638917"/>
                      </a:lnTo>
                      <a:lnTo>
                        <a:pt x="4848174" y="2638917"/>
                      </a:lnTo>
                      <a:lnTo>
                        <a:pt x="4841326" y="2638917"/>
                      </a:lnTo>
                      <a:lnTo>
                        <a:pt x="4834478" y="2638917"/>
                      </a:lnTo>
                      <a:lnTo>
                        <a:pt x="4827631" y="2638917"/>
                      </a:lnTo>
                      <a:lnTo>
                        <a:pt x="4820783" y="2638917"/>
                      </a:lnTo>
                      <a:lnTo>
                        <a:pt x="4813935" y="2638917"/>
                      </a:lnTo>
                      <a:lnTo>
                        <a:pt x="4807088" y="2638917"/>
                      </a:lnTo>
                      <a:lnTo>
                        <a:pt x="4800240" y="2638917"/>
                      </a:lnTo>
                      <a:lnTo>
                        <a:pt x="4793392" y="2638917"/>
                      </a:lnTo>
                      <a:lnTo>
                        <a:pt x="4786544" y="2638917"/>
                      </a:lnTo>
                      <a:lnTo>
                        <a:pt x="4779697" y="2638917"/>
                      </a:lnTo>
                      <a:lnTo>
                        <a:pt x="4772849" y="2638917"/>
                      </a:lnTo>
                      <a:lnTo>
                        <a:pt x="4766001" y="2638917"/>
                      </a:lnTo>
                      <a:lnTo>
                        <a:pt x="4759154" y="2638917"/>
                      </a:lnTo>
                      <a:lnTo>
                        <a:pt x="4752306" y="2638917"/>
                      </a:lnTo>
                      <a:lnTo>
                        <a:pt x="4745458" y="2638917"/>
                      </a:lnTo>
                      <a:lnTo>
                        <a:pt x="4738610" y="2638917"/>
                      </a:lnTo>
                      <a:lnTo>
                        <a:pt x="4731763" y="2638917"/>
                      </a:lnTo>
                      <a:lnTo>
                        <a:pt x="4724915" y="2638917"/>
                      </a:lnTo>
                      <a:lnTo>
                        <a:pt x="4718067" y="2638917"/>
                      </a:lnTo>
                      <a:lnTo>
                        <a:pt x="4711220" y="2638917"/>
                      </a:lnTo>
                      <a:lnTo>
                        <a:pt x="4704372" y="2638917"/>
                      </a:lnTo>
                      <a:lnTo>
                        <a:pt x="4697524" y="2638917"/>
                      </a:lnTo>
                      <a:lnTo>
                        <a:pt x="4690676" y="2638917"/>
                      </a:lnTo>
                      <a:lnTo>
                        <a:pt x="4683829" y="2638917"/>
                      </a:lnTo>
                      <a:lnTo>
                        <a:pt x="4676981" y="2638917"/>
                      </a:lnTo>
                      <a:lnTo>
                        <a:pt x="4670134" y="2638917"/>
                      </a:lnTo>
                      <a:lnTo>
                        <a:pt x="4663286" y="2638917"/>
                      </a:lnTo>
                      <a:lnTo>
                        <a:pt x="4656438" y="2638917"/>
                      </a:lnTo>
                      <a:lnTo>
                        <a:pt x="4649590" y="2638917"/>
                      </a:lnTo>
                      <a:lnTo>
                        <a:pt x="4642743" y="2638917"/>
                      </a:lnTo>
                      <a:lnTo>
                        <a:pt x="4635895" y="2638917"/>
                      </a:lnTo>
                      <a:lnTo>
                        <a:pt x="4629047" y="2638917"/>
                      </a:lnTo>
                      <a:lnTo>
                        <a:pt x="4622200" y="2638917"/>
                      </a:lnTo>
                      <a:lnTo>
                        <a:pt x="4615352" y="2638917"/>
                      </a:lnTo>
                      <a:lnTo>
                        <a:pt x="4608504" y="2638917"/>
                      </a:lnTo>
                      <a:lnTo>
                        <a:pt x="4601656" y="2638917"/>
                      </a:lnTo>
                      <a:lnTo>
                        <a:pt x="4594809" y="2638917"/>
                      </a:lnTo>
                      <a:lnTo>
                        <a:pt x="4587961" y="2638917"/>
                      </a:lnTo>
                      <a:lnTo>
                        <a:pt x="4581113" y="2638917"/>
                      </a:lnTo>
                      <a:lnTo>
                        <a:pt x="4574266" y="2638917"/>
                      </a:lnTo>
                      <a:lnTo>
                        <a:pt x="4567418" y="2638917"/>
                      </a:lnTo>
                      <a:lnTo>
                        <a:pt x="4560570" y="2638917"/>
                      </a:lnTo>
                      <a:lnTo>
                        <a:pt x="4553722" y="2638917"/>
                      </a:lnTo>
                      <a:lnTo>
                        <a:pt x="4546875" y="2638917"/>
                      </a:lnTo>
                      <a:lnTo>
                        <a:pt x="4540027" y="2638917"/>
                      </a:lnTo>
                      <a:lnTo>
                        <a:pt x="4533180" y="2638917"/>
                      </a:lnTo>
                      <a:lnTo>
                        <a:pt x="4526332" y="2638917"/>
                      </a:lnTo>
                      <a:lnTo>
                        <a:pt x="4519484" y="2638917"/>
                      </a:lnTo>
                      <a:lnTo>
                        <a:pt x="4512636" y="2638917"/>
                      </a:lnTo>
                      <a:lnTo>
                        <a:pt x="4505789" y="2638917"/>
                      </a:lnTo>
                      <a:lnTo>
                        <a:pt x="4498941" y="2638917"/>
                      </a:lnTo>
                      <a:lnTo>
                        <a:pt x="4492093" y="2638917"/>
                      </a:lnTo>
                      <a:lnTo>
                        <a:pt x="4485246" y="2638917"/>
                      </a:lnTo>
                      <a:lnTo>
                        <a:pt x="4478398" y="2638917"/>
                      </a:lnTo>
                      <a:lnTo>
                        <a:pt x="4471550" y="2638917"/>
                      </a:lnTo>
                      <a:lnTo>
                        <a:pt x="4464702" y="2638917"/>
                      </a:lnTo>
                      <a:lnTo>
                        <a:pt x="4457855" y="2638917"/>
                      </a:lnTo>
                      <a:lnTo>
                        <a:pt x="4451007" y="2638917"/>
                      </a:lnTo>
                      <a:lnTo>
                        <a:pt x="4444159" y="2638917"/>
                      </a:lnTo>
                      <a:lnTo>
                        <a:pt x="4437312" y="2638917"/>
                      </a:lnTo>
                      <a:lnTo>
                        <a:pt x="4430464" y="2638917"/>
                      </a:lnTo>
                      <a:lnTo>
                        <a:pt x="4423616" y="2638917"/>
                      </a:lnTo>
                      <a:lnTo>
                        <a:pt x="4416768" y="2638917"/>
                      </a:lnTo>
                      <a:lnTo>
                        <a:pt x="4409921" y="2638917"/>
                      </a:lnTo>
                      <a:lnTo>
                        <a:pt x="4403073" y="2638917"/>
                      </a:lnTo>
                      <a:lnTo>
                        <a:pt x="4396225" y="2638917"/>
                      </a:lnTo>
                      <a:lnTo>
                        <a:pt x="4389378" y="2638917"/>
                      </a:lnTo>
                      <a:lnTo>
                        <a:pt x="4382530" y="2638917"/>
                      </a:lnTo>
                      <a:lnTo>
                        <a:pt x="4375682" y="2638917"/>
                      </a:lnTo>
                      <a:lnTo>
                        <a:pt x="4368835" y="2638917"/>
                      </a:lnTo>
                      <a:lnTo>
                        <a:pt x="4361987" y="2638917"/>
                      </a:lnTo>
                      <a:lnTo>
                        <a:pt x="4355139" y="2638917"/>
                      </a:lnTo>
                      <a:lnTo>
                        <a:pt x="4348292" y="2638917"/>
                      </a:lnTo>
                      <a:lnTo>
                        <a:pt x="4341444" y="2638917"/>
                      </a:lnTo>
                      <a:lnTo>
                        <a:pt x="4334596" y="2638917"/>
                      </a:lnTo>
                      <a:lnTo>
                        <a:pt x="4327748" y="2638917"/>
                      </a:lnTo>
                      <a:lnTo>
                        <a:pt x="4320901" y="2638917"/>
                      </a:lnTo>
                      <a:lnTo>
                        <a:pt x="4314053" y="2638917"/>
                      </a:lnTo>
                      <a:lnTo>
                        <a:pt x="4307205" y="2638917"/>
                      </a:lnTo>
                      <a:lnTo>
                        <a:pt x="4300358" y="2638917"/>
                      </a:lnTo>
                      <a:lnTo>
                        <a:pt x="4293510" y="2638917"/>
                      </a:lnTo>
                      <a:lnTo>
                        <a:pt x="4286662" y="2638917"/>
                      </a:lnTo>
                      <a:lnTo>
                        <a:pt x="4279814" y="2638917"/>
                      </a:lnTo>
                      <a:lnTo>
                        <a:pt x="4272967" y="2638917"/>
                      </a:lnTo>
                      <a:lnTo>
                        <a:pt x="4266119" y="2638917"/>
                      </a:lnTo>
                      <a:lnTo>
                        <a:pt x="4259271" y="2638917"/>
                      </a:lnTo>
                      <a:lnTo>
                        <a:pt x="4252424" y="2638917"/>
                      </a:lnTo>
                      <a:lnTo>
                        <a:pt x="4245576" y="2638917"/>
                      </a:lnTo>
                      <a:lnTo>
                        <a:pt x="4238728" y="2638917"/>
                      </a:lnTo>
                      <a:lnTo>
                        <a:pt x="4231880" y="2638917"/>
                      </a:lnTo>
                      <a:lnTo>
                        <a:pt x="4225033" y="2638917"/>
                      </a:lnTo>
                      <a:lnTo>
                        <a:pt x="4218185" y="2638917"/>
                      </a:lnTo>
                      <a:lnTo>
                        <a:pt x="4211338" y="2638917"/>
                      </a:lnTo>
                      <a:lnTo>
                        <a:pt x="4204490" y="2638917"/>
                      </a:lnTo>
                      <a:lnTo>
                        <a:pt x="4197642" y="2638917"/>
                      </a:lnTo>
                      <a:lnTo>
                        <a:pt x="4190794" y="2638917"/>
                      </a:lnTo>
                      <a:lnTo>
                        <a:pt x="4183946" y="2638917"/>
                      </a:lnTo>
                      <a:lnTo>
                        <a:pt x="4177099" y="2638917"/>
                      </a:lnTo>
                      <a:lnTo>
                        <a:pt x="4170251" y="2638917"/>
                      </a:lnTo>
                      <a:lnTo>
                        <a:pt x="4163404" y="2638917"/>
                      </a:lnTo>
                      <a:lnTo>
                        <a:pt x="4156555" y="2638917"/>
                      </a:lnTo>
                      <a:lnTo>
                        <a:pt x="4149708" y="2638917"/>
                      </a:lnTo>
                      <a:lnTo>
                        <a:pt x="4142860" y="2638917"/>
                      </a:lnTo>
                      <a:lnTo>
                        <a:pt x="4136013" y="2638917"/>
                      </a:lnTo>
                      <a:lnTo>
                        <a:pt x="4129165" y="2638917"/>
                      </a:lnTo>
                      <a:lnTo>
                        <a:pt x="4122317" y="2638917"/>
                      </a:lnTo>
                      <a:lnTo>
                        <a:pt x="4115470" y="2638917"/>
                      </a:lnTo>
                      <a:lnTo>
                        <a:pt x="4108622" y="2638917"/>
                      </a:lnTo>
                      <a:lnTo>
                        <a:pt x="4101774" y="2638917"/>
                      </a:lnTo>
                      <a:lnTo>
                        <a:pt x="4094926" y="2638917"/>
                      </a:lnTo>
                      <a:lnTo>
                        <a:pt x="4088079" y="2638917"/>
                      </a:lnTo>
                      <a:lnTo>
                        <a:pt x="4081231" y="2638917"/>
                      </a:lnTo>
                      <a:lnTo>
                        <a:pt x="4074383" y="2638917"/>
                      </a:lnTo>
                      <a:lnTo>
                        <a:pt x="4067535" y="2638917"/>
                      </a:lnTo>
                      <a:lnTo>
                        <a:pt x="4060688" y="2638917"/>
                      </a:lnTo>
                      <a:lnTo>
                        <a:pt x="4053840" y="2638917"/>
                      </a:lnTo>
                      <a:lnTo>
                        <a:pt x="4046992" y="2638917"/>
                      </a:lnTo>
                      <a:lnTo>
                        <a:pt x="4040145" y="2638917"/>
                      </a:lnTo>
                      <a:lnTo>
                        <a:pt x="4033297" y="2638917"/>
                      </a:lnTo>
                      <a:lnTo>
                        <a:pt x="4026449" y="2638917"/>
                      </a:lnTo>
                      <a:lnTo>
                        <a:pt x="4019601" y="2638917"/>
                      </a:lnTo>
                      <a:lnTo>
                        <a:pt x="4012754" y="2638917"/>
                      </a:lnTo>
                      <a:lnTo>
                        <a:pt x="4005906" y="2638917"/>
                      </a:lnTo>
                      <a:lnTo>
                        <a:pt x="3999059" y="2638917"/>
                      </a:lnTo>
                      <a:lnTo>
                        <a:pt x="3992211" y="2638917"/>
                      </a:lnTo>
                      <a:lnTo>
                        <a:pt x="3985363" y="2638917"/>
                      </a:lnTo>
                      <a:lnTo>
                        <a:pt x="3978516" y="2638917"/>
                      </a:lnTo>
                      <a:lnTo>
                        <a:pt x="3971668" y="2638917"/>
                      </a:lnTo>
                      <a:lnTo>
                        <a:pt x="3964820" y="2638917"/>
                      </a:lnTo>
                      <a:lnTo>
                        <a:pt x="3957972" y="2638917"/>
                      </a:lnTo>
                      <a:lnTo>
                        <a:pt x="3951125" y="2638917"/>
                      </a:lnTo>
                      <a:lnTo>
                        <a:pt x="3944277" y="2638917"/>
                      </a:lnTo>
                      <a:lnTo>
                        <a:pt x="3937429" y="2638917"/>
                      </a:lnTo>
                      <a:lnTo>
                        <a:pt x="3930581" y="2638917"/>
                      </a:lnTo>
                      <a:lnTo>
                        <a:pt x="3923734" y="2638917"/>
                      </a:lnTo>
                      <a:lnTo>
                        <a:pt x="3916886" y="2638917"/>
                      </a:lnTo>
                      <a:lnTo>
                        <a:pt x="3910038" y="2638917"/>
                      </a:lnTo>
                      <a:lnTo>
                        <a:pt x="3903191" y="2638917"/>
                      </a:lnTo>
                      <a:lnTo>
                        <a:pt x="3896343" y="2638917"/>
                      </a:lnTo>
                      <a:lnTo>
                        <a:pt x="3889495" y="2638917"/>
                      </a:lnTo>
                      <a:lnTo>
                        <a:pt x="3882647" y="2638917"/>
                      </a:lnTo>
                      <a:lnTo>
                        <a:pt x="3875800" y="2638917"/>
                      </a:lnTo>
                      <a:lnTo>
                        <a:pt x="3868952" y="2638917"/>
                      </a:lnTo>
                      <a:lnTo>
                        <a:pt x="3862104" y="2638917"/>
                      </a:lnTo>
                      <a:lnTo>
                        <a:pt x="3855257" y="2638917"/>
                      </a:lnTo>
                      <a:lnTo>
                        <a:pt x="3848409" y="2638917"/>
                      </a:lnTo>
                      <a:lnTo>
                        <a:pt x="3841562" y="2638917"/>
                      </a:lnTo>
                      <a:lnTo>
                        <a:pt x="3834714" y="2638917"/>
                      </a:lnTo>
                      <a:lnTo>
                        <a:pt x="3827866" y="2638917"/>
                      </a:lnTo>
                      <a:lnTo>
                        <a:pt x="3821018" y="2638917"/>
                      </a:lnTo>
                      <a:lnTo>
                        <a:pt x="3814171" y="2638917"/>
                      </a:lnTo>
                      <a:lnTo>
                        <a:pt x="3807323" y="2638917"/>
                      </a:lnTo>
                      <a:lnTo>
                        <a:pt x="3800475" y="2638917"/>
                      </a:lnTo>
                      <a:lnTo>
                        <a:pt x="3793627" y="2638917"/>
                      </a:lnTo>
                      <a:lnTo>
                        <a:pt x="3786780" y="2638917"/>
                      </a:lnTo>
                      <a:lnTo>
                        <a:pt x="3779932" y="2638917"/>
                      </a:lnTo>
                      <a:lnTo>
                        <a:pt x="3773084" y="2638917"/>
                      </a:lnTo>
                      <a:lnTo>
                        <a:pt x="3766237" y="2638917"/>
                      </a:lnTo>
                      <a:lnTo>
                        <a:pt x="3759389" y="2638917"/>
                      </a:lnTo>
                      <a:lnTo>
                        <a:pt x="3752541" y="2638917"/>
                      </a:lnTo>
                      <a:lnTo>
                        <a:pt x="3745693" y="2638917"/>
                      </a:lnTo>
                      <a:lnTo>
                        <a:pt x="3738846" y="2638917"/>
                      </a:lnTo>
                      <a:lnTo>
                        <a:pt x="3731998" y="2638917"/>
                      </a:lnTo>
                      <a:lnTo>
                        <a:pt x="3725150" y="2638917"/>
                      </a:lnTo>
                      <a:lnTo>
                        <a:pt x="3718303" y="2638917"/>
                      </a:lnTo>
                      <a:lnTo>
                        <a:pt x="3711455" y="2638917"/>
                      </a:lnTo>
                      <a:lnTo>
                        <a:pt x="3704607" y="2638917"/>
                      </a:lnTo>
                      <a:lnTo>
                        <a:pt x="3697759" y="2638917"/>
                      </a:lnTo>
                      <a:lnTo>
                        <a:pt x="3690912" y="2638917"/>
                      </a:lnTo>
                      <a:lnTo>
                        <a:pt x="3684064" y="2638917"/>
                      </a:lnTo>
                      <a:lnTo>
                        <a:pt x="3677217" y="2638917"/>
                      </a:lnTo>
                      <a:lnTo>
                        <a:pt x="3670369" y="2638917"/>
                      </a:lnTo>
                      <a:lnTo>
                        <a:pt x="3663521" y="2638917"/>
                      </a:lnTo>
                      <a:lnTo>
                        <a:pt x="3656673" y="2638917"/>
                      </a:lnTo>
                      <a:lnTo>
                        <a:pt x="3649826" y="2638917"/>
                      </a:lnTo>
                      <a:lnTo>
                        <a:pt x="3642978" y="2638917"/>
                      </a:lnTo>
                      <a:lnTo>
                        <a:pt x="3636130" y="2638917"/>
                      </a:lnTo>
                      <a:lnTo>
                        <a:pt x="3629283" y="2638917"/>
                      </a:lnTo>
                      <a:lnTo>
                        <a:pt x="3622435" y="2638917"/>
                      </a:lnTo>
                      <a:lnTo>
                        <a:pt x="3615587" y="2638917"/>
                      </a:lnTo>
                      <a:lnTo>
                        <a:pt x="3608739" y="2638917"/>
                      </a:lnTo>
                      <a:lnTo>
                        <a:pt x="3601892" y="2638917"/>
                      </a:lnTo>
                      <a:lnTo>
                        <a:pt x="3595044" y="2638917"/>
                      </a:lnTo>
                      <a:lnTo>
                        <a:pt x="3588196" y="2638917"/>
                      </a:lnTo>
                      <a:lnTo>
                        <a:pt x="3581349" y="2638917"/>
                      </a:lnTo>
                      <a:lnTo>
                        <a:pt x="3574501" y="2638917"/>
                      </a:lnTo>
                      <a:lnTo>
                        <a:pt x="3567653" y="2638917"/>
                      </a:lnTo>
                      <a:lnTo>
                        <a:pt x="3560805" y="2638917"/>
                      </a:lnTo>
                      <a:lnTo>
                        <a:pt x="3553958" y="2638917"/>
                      </a:lnTo>
                      <a:lnTo>
                        <a:pt x="3547110" y="2638917"/>
                      </a:lnTo>
                      <a:lnTo>
                        <a:pt x="3540262" y="2638917"/>
                      </a:lnTo>
                      <a:lnTo>
                        <a:pt x="3533415" y="2638917"/>
                      </a:lnTo>
                      <a:lnTo>
                        <a:pt x="3526567" y="2638917"/>
                      </a:lnTo>
                      <a:lnTo>
                        <a:pt x="3519719" y="2638917"/>
                      </a:lnTo>
                      <a:lnTo>
                        <a:pt x="3512872" y="2638917"/>
                      </a:lnTo>
                      <a:lnTo>
                        <a:pt x="3506024" y="2638917"/>
                      </a:lnTo>
                      <a:lnTo>
                        <a:pt x="3499176" y="2638917"/>
                      </a:lnTo>
                      <a:lnTo>
                        <a:pt x="3492329" y="2638917"/>
                      </a:lnTo>
                      <a:lnTo>
                        <a:pt x="3485481" y="2638917"/>
                      </a:lnTo>
                      <a:lnTo>
                        <a:pt x="3478633" y="2638917"/>
                      </a:lnTo>
                      <a:lnTo>
                        <a:pt x="3471785" y="2638917"/>
                      </a:lnTo>
                      <a:lnTo>
                        <a:pt x="3464938" y="2638917"/>
                      </a:lnTo>
                      <a:lnTo>
                        <a:pt x="3458090" y="2638917"/>
                      </a:lnTo>
                      <a:lnTo>
                        <a:pt x="3451242" y="2638917"/>
                      </a:lnTo>
                      <a:lnTo>
                        <a:pt x="3444395" y="2638917"/>
                      </a:lnTo>
                      <a:lnTo>
                        <a:pt x="3437547" y="2638917"/>
                      </a:lnTo>
                      <a:lnTo>
                        <a:pt x="3430699" y="2638917"/>
                      </a:lnTo>
                      <a:lnTo>
                        <a:pt x="3423851" y="2638917"/>
                      </a:lnTo>
                      <a:lnTo>
                        <a:pt x="3417004" y="2638917"/>
                      </a:lnTo>
                      <a:lnTo>
                        <a:pt x="3410156" y="2638917"/>
                      </a:lnTo>
                      <a:lnTo>
                        <a:pt x="3403308" y="2638917"/>
                      </a:lnTo>
                      <a:lnTo>
                        <a:pt x="3396461" y="2638917"/>
                      </a:lnTo>
                      <a:lnTo>
                        <a:pt x="3389613" y="2638917"/>
                      </a:lnTo>
                      <a:lnTo>
                        <a:pt x="3382765" y="2638917"/>
                      </a:lnTo>
                      <a:lnTo>
                        <a:pt x="3375917" y="2638917"/>
                      </a:lnTo>
                      <a:lnTo>
                        <a:pt x="3369070" y="2638917"/>
                      </a:lnTo>
                      <a:lnTo>
                        <a:pt x="3362222" y="2638917"/>
                      </a:lnTo>
                      <a:lnTo>
                        <a:pt x="3355375" y="2638917"/>
                      </a:lnTo>
                      <a:lnTo>
                        <a:pt x="3348527" y="2638917"/>
                      </a:lnTo>
                      <a:lnTo>
                        <a:pt x="3341679" y="2638917"/>
                      </a:lnTo>
                      <a:lnTo>
                        <a:pt x="3334831" y="2638917"/>
                      </a:lnTo>
                      <a:lnTo>
                        <a:pt x="3327984" y="2638917"/>
                      </a:lnTo>
                      <a:lnTo>
                        <a:pt x="3321136" y="2638917"/>
                      </a:lnTo>
                      <a:lnTo>
                        <a:pt x="3314288" y="2638917"/>
                      </a:lnTo>
                      <a:lnTo>
                        <a:pt x="3307441" y="2638917"/>
                      </a:lnTo>
                      <a:lnTo>
                        <a:pt x="3300593" y="2638917"/>
                      </a:lnTo>
                      <a:lnTo>
                        <a:pt x="3293745" y="2638917"/>
                      </a:lnTo>
                      <a:lnTo>
                        <a:pt x="3286897" y="2638917"/>
                      </a:lnTo>
                      <a:lnTo>
                        <a:pt x="3280050" y="2638917"/>
                      </a:lnTo>
                      <a:lnTo>
                        <a:pt x="3273202" y="2638917"/>
                      </a:lnTo>
                      <a:lnTo>
                        <a:pt x="3266354" y="2638917"/>
                      </a:lnTo>
                      <a:lnTo>
                        <a:pt x="3259507" y="2638917"/>
                      </a:lnTo>
                      <a:lnTo>
                        <a:pt x="3252659" y="2638917"/>
                      </a:lnTo>
                      <a:lnTo>
                        <a:pt x="3245811" y="2638917"/>
                      </a:lnTo>
                      <a:lnTo>
                        <a:pt x="3238963" y="2638917"/>
                      </a:lnTo>
                      <a:lnTo>
                        <a:pt x="3232116" y="2638917"/>
                      </a:lnTo>
                      <a:lnTo>
                        <a:pt x="3225268" y="2638917"/>
                      </a:lnTo>
                      <a:lnTo>
                        <a:pt x="3218421" y="2638917"/>
                      </a:lnTo>
                      <a:lnTo>
                        <a:pt x="3211573" y="2638917"/>
                      </a:lnTo>
                      <a:lnTo>
                        <a:pt x="3204725" y="2638917"/>
                      </a:lnTo>
                      <a:lnTo>
                        <a:pt x="3197877" y="2638917"/>
                      </a:lnTo>
                      <a:lnTo>
                        <a:pt x="3191030" y="2638917"/>
                      </a:lnTo>
                      <a:lnTo>
                        <a:pt x="3184182" y="2638917"/>
                      </a:lnTo>
                      <a:lnTo>
                        <a:pt x="3177334" y="2638917"/>
                      </a:lnTo>
                      <a:lnTo>
                        <a:pt x="3170487" y="2638917"/>
                      </a:lnTo>
                      <a:lnTo>
                        <a:pt x="3163639" y="2638917"/>
                      </a:lnTo>
                      <a:lnTo>
                        <a:pt x="3156791" y="2638917"/>
                      </a:lnTo>
                      <a:lnTo>
                        <a:pt x="3149943" y="2638917"/>
                      </a:lnTo>
                      <a:lnTo>
                        <a:pt x="3143096" y="2638917"/>
                      </a:lnTo>
                      <a:lnTo>
                        <a:pt x="3136248" y="2638917"/>
                      </a:lnTo>
                      <a:lnTo>
                        <a:pt x="3129400" y="2638917"/>
                      </a:lnTo>
                      <a:lnTo>
                        <a:pt x="3122553" y="2638917"/>
                      </a:lnTo>
                      <a:lnTo>
                        <a:pt x="3115705" y="2638917"/>
                      </a:lnTo>
                      <a:lnTo>
                        <a:pt x="3108857" y="2638917"/>
                      </a:lnTo>
                      <a:lnTo>
                        <a:pt x="3102009" y="2638917"/>
                      </a:lnTo>
                      <a:lnTo>
                        <a:pt x="3095162" y="2638917"/>
                      </a:lnTo>
                      <a:lnTo>
                        <a:pt x="3088314" y="2638917"/>
                      </a:lnTo>
                      <a:lnTo>
                        <a:pt x="3081466" y="2638917"/>
                      </a:lnTo>
                      <a:lnTo>
                        <a:pt x="3074619" y="2638917"/>
                      </a:lnTo>
                      <a:lnTo>
                        <a:pt x="3067771" y="2638917"/>
                      </a:lnTo>
                      <a:lnTo>
                        <a:pt x="3060923" y="2638917"/>
                      </a:lnTo>
                      <a:lnTo>
                        <a:pt x="3054075" y="2638917"/>
                      </a:lnTo>
                      <a:lnTo>
                        <a:pt x="3047228" y="2638917"/>
                      </a:lnTo>
                      <a:lnTo>
                        <a:pt x="3040380" y="2638917"/>
                      </a:lnTo>
                      <a:lnTo>
                        <a:pt x="3033532" y="2638917"/>
                      </a:lnTo>
                      <a:lnTo>
                        <a:pt x="3026685" y="2638917"/>
                      </a:lnTo>
                      <a:lnTo>
                        <a:pt x="3019837" y="2638917"/>
                      </a:lnTo>
                      <a:lnTo>
                        <a:pt x="3012989" y="2638917"/>
                      </a:lnTo>
                      <a:lnTo>
                        <a:pt x="3006142" y="2638917"/>
                      </a:lnTo>
                      <a:lnTo>
                        <a:pt x="2999294" y="2638917"/>
                      </a:lnTo>
                      <a:lnTo>
                        <a:pt x="2992446" y="2638917"/>
                      </a:lnTo>
                      <a:lnTo>
                        <a:pt x="2985598" y="2638917"/>
                      </a:lnTo>
                      <a:lnTo>
                        <a:pt x="2978751" y="2638917"/>
                      </a:lnTo>
                      <a:lnTo>
                        <a:pt x="2971903" y="2638917"/>
                      </a:lnTo>
                      <a:lnTo>
                        <a:pt x="2965055" y="2638917"/>
                      </a:lnTo>
                      <a:lnTo>
                        <a:pt x="2958208" y="2638917"/>
                      </a:lnTo>
                      <a:lnTo>
                        <a:pt x="2951360" y="2638917"/>
                      </a:lnTo>
                      <a:lnTo>
                        <a:pt x="2944512" y="2638917"/>
                      </a:lnTo>
                      <a:lnTo>
                        <a:pt x="2937665" y="2638917"/>
                      </a:lnTo>
                      <a:lnTo>
                        <a:pt x="2930817" y="2638917"/>
                      </a:lnTo>
                      <a:lnTo>
                        <a:pt x="2923969" y="2638917"/>
                      </a:lnTo>
                      <a:lnTo>
                        <a:pt x="2917121" y="2638917"/>
                      </a:lnTo>
                      <a:lnTo>
                        <a:pt x="2910274" y="2638917"/>
                      </a:lnTo>
                      <a:lnTo>
                        <a:pt x="2903426" y="2638917"/>
                      </a:lnTo>
                      <a:lnTo>
                        <a:pt x="2896578" y="2638917"/>
                      </a:lnTo>
                      <a:lnTo>
                        <a:pt x="2889731" y="2638917"/>
                      </a:lnTo>
                      <a:lnTo>
                        <a:pt x="2882883" y="2638917"/>
                      </a:lnTo>
                      <a:lnTo>
                        <a:pt x="2876035" y="2638917"/>
                      </a:lnTo>
                      <a:lnTo>
                        <a:pt x="2869188" y="2638917"/>
                      </a:lnTo>
                      <a:lnTo>
                        <a:pt x="2862340" y="2638917"/>
                      </a:lnTo>
                      <a:lnTo>
                        <a:pt x="2855492" y="2638917"/>
                      </a:lnTo>
                      <a:lnTo>
                        <a:pt x="2848644" y="2638917"/>
                      </a:lnTo>
                      <a:lnTo>
                        <a:pt x="2841797" y="2638917"/>
                      </a:lnTo>
                      <a:lnTo>
                        <a:pt x="2834949" y="2638917"/>
                      </a:lnTo>
                      <a:lnTo>
                        <a:pt x="2828101" y="2638917"/>
                      </a:lnTo>
                      <a:lnTo>
                        <a:pt x="2821254" y="2638917"/>
                      </a:lnTo>
                      <a:lnTo>
                        <a:pt x="2814406" y="2638917"/>
                      </a:lnTo>
                      <a:lnTo>
                        <a:pt x="2807558" y="2638917"/>
                      </a:lnTo>
                      <a:lnTo>
                        <a:pt x="2800711" y="2638917"/>
                      </a:lnTo>
                      <a:lnTo>
                        <a:pt x="2793863" y="2638917"/>
                      </a:lnTo>
                      <a:lnTo>
                        <a:pt x="2787015" y="2638917"/>
                      </a:lnTo>
                      <a:lnTo>
                        <a:pt x="2780167" y="2638917"/>
                      </a:lnTo>
                      <a:lnTo>
                        <a:pt x="2773320" y="2638917"/>
                      </a:lnTo>
                      <a:lnTo>
                        <a:pt x="2766472" y="2638917"/>
                      </a:lnTo>
                      <a:lnTo>
                        <a:pt x="2759624" y="2638917"/>
                      </a:lnTo>
                      <a:lnTo>
                        <a:pt x="2752777" y="2638917"/>
                      </a:lnTo>
                      <a:lnTo>
                        <a:pt x="2745929" y="2638917"/>
                      </a:lnTo>
                      <a:lnTo>
                        <a:pt x="2739081" y="2638917"/>
                      </a:lnTo>
                      <a:lnTo>
                        <a:pt x="2732234" y="2638917"/>
                      </a:lnTo>
                      <a:lnTo>
                        <a:pt x="2725386" y="2638917"/>
                      </a:lnTo>
                      <a:lnTo>
                        <a:pt x="2718538" y="2638917"/>
                      </a:lnTo>
                      <a:lnTo>
                        <a:pt x="2711690" y="2638917"/>
                      </a:lnTo>
                      <a:lnTo>
                        <a:pt x="2704843" y="2638917"/>
                      </a:lnTo>
                      <a:lnTo>
                        <a:pt x="2697995" y="2638917"/>
                      </a:lnTo>
                      <a:lnTo>
                        <a:pt x="2691147" y="2638917"/>
                      </a:lnTo>
                      <a:lnTo>
                        <a:pt x="2684300" y="2638917"/>
                      </a:lnTo>
                      <a:lnTo>
                        <a:pt x="2677452" y="2638917"/>
                      </a:lnTo>
                      <a:lnTo>
                        <a:pt x="2670604" y="2638917"/>
                      </a:lnTo>
                      <a:lnTo>
                        <a:pt x="2663756" y="2638917"/>
                      </a:lnTo>
                      <a:lnTo>
                        <a:pt x="2656909" y="2638917"/>
                      </a:lnTo>
                      <a:lnTo>
                        <a:pt x="2650061" y="2638917"/>
                      </a:lnTo>
                      <a:lnTo>
                        <a:pt x="2643213" y="2638917"/>
                      </a:lnTo>
                      <a:lnTo>
                        <a:pt x="2636366" y="2638917"/>
                      </a:lnTo>
                      <a:lnTo>
                        <a:pt x="2629518" y="2638917"/>
                      </a:lnTo>
                      <a:lnTo>
                        <a:pt x="2622670" y="2638917"/>
                      </a:lnTo>
                      <a:lnTo>
                        <a:pt x="2615823" y="2638917"/>
                      </a:lnTo>
                      <a:lnTo>
                        <a:pt x="2608975" y="2638917"/>
                      </a:lnTo>
                      <a:lnTo>
                        <a:pt x="2602127" y="2638917"/>
                      </a:lnTo>
                      <a:lnTo>
                        <a:pt x="2595279" y="2638917"/>
                      </a:lnTo>
                      <a:lnTo>
                        <a:pt x="2588432" y="2638917"/>
                      </a:lnTo>
                      <a:lnTo>
                        <a:pt x="2581584" y="2638917"/>
                      </a:lnTo>
                      <a:lnTo>
                        <a:pt x="2574736" y="2638917"/>
                      </a:lnTo>
                      <a:lnTo>
                        <a:pt x="2567889" y="2638917"/>
                      </a:lnTo>
                      <a:lnTo>
                        <a:pt x="2561041" y="2638917"/>
                      </a:lnTo>
                      <a:lnTo>
                        <a:pt x="2554193" y="2638917"/>
                      </a:lnTo>
                      <a:lnTo>
                        <a:pt x="2547346" y="2638917"/>
                      </a:lnTo>
                      <a:lnTo>
                        <a:pt x="2540498" y="2638917"/>
                      </a:lnTo>
                      <a:lnTo>
                        <a:pt x="2533650" y="2638917"/>
                      </a:lnTo>
                      <a:lnTo>
                        <a:pt x="2526802" y="2638917"/>
                      </a:lnTo>
                      <a:lnTo>
                        <a:pt x="2519955" y="2638917"/>
                      </a:lnTo>
                      <a:lnTo>
                        <a:pt x="2513107" y="2638917"/>
                      </a:lnTo>
                      <a:lnTo>
                        <a:pt x="2506259" y="2638917"/>
                      </a:lnTo>
                      <a:lnTo>
                        <a:pt x="2499412" y="2638917"/>
                      </a:lnTo>
                      <a:lnTo>
                        <a:pt x="2492564" y="2638917"/>
                      </a:lnTo>
                      <a:lnTo>
                        <a:pt x="2485716" y="2638917"/>
                      </a:lnTo>
                      <a:lnTo>
                        <a:pt x="2478869" y="2638917"/>
                      </a:lnTo>
                      <a:lnTo>
                        <a:pt x="2472021" y="2638917"/>
                      </a:lnTo>
                      <a:lnTo>
                        <a:pt x="2465173" y="2638917"/>
                      </a:lnTo>
                      <a:lnTo>
                        <a:pt x="2458325" y="2638917"/>
                      </a:lnTo>
                      <a:lnTo>
                        <a:pt x="2451478" y="2638917"/>
                      </a:lnTo>
                      <a:lnTo>
                        <a:pt x="2444630" y="2638917"/>
                      </a:lnTo>
                      <a:lnTo>
                        <a:pt x="2437782" y="2638917"/>
                      </a:lnTo>
                      <a:lnTo>
                        <a:pt x="2430935" y="2638917"/>
                      </a:lnTo>
                      <a:lnTo>
                        <a:pt x="2424087" y="2638917"/>
                      </a:lnTo>
                      <a:lnTo>
                        <a:pt x="2417239" y="2638917"/>
                      </a:lnTo>
                      <a:lnTo>
                        <a:pt x="2410392" y="2638917"/>
                      </a:lnTo>
                      <a:lnTo>
                        <a:pt x="2403544" y="2638917"/>
                      </a:lnTo>
                      <a:lnTo>
                        <a:pt x="2396696" y="2638917"/>
                      </a:lnTo>
                      <a:lnTo>
                        <a:pt x="2389848" y="2638917"/>
                      </a:lnTo>
                      <a:lnTo>
                        <a:pt x="2383001" y="2638917"/>
                      </a:lnTo>
                      <a:lnTo>
                        <a:pt x="2376153" y="2638917"/>
                      </a:lnTo>
                      <a:lnTo>
                        <a:pt x="2369305" y="2638917"/>
                      </a:lnTo>
                      <a:lnTo>
                        <a:pt x="2362458" y="2638917"/>
                      </a:lnTo>
                      <a:lnTo>
                        <a:pt x="2355610" y="2638917"/>
                      </a:lnTo>
                      <a:lnTo>
                        <a:pt x="2348762" y="2638917"/>
                      </a:lnTo>
                      <a:lnTo>
                        <a:pt x="2341915" y="2638917"/>
                      </a:lnTo>
                      <a:lnTo>
                        <a:pt x="2335067" y="2638917"/>
                      </a:lnTo>
                      <a:lnTo>
                        <a:pt x="2328219" y="2638917"/>
                      </a:lnTo>
                      <a:lnTo>
                        <a:pt x="2321371" y="2638917"/>
                      </a:lnTo>
                      <a:lnTo>
                        <a:pt x="2314524" y="2638917"/>
                      </a:lnTo>
                      <a:lnTo>
                        <a:pt x="2307676" y="2638917"/>
                      </a:lnTo>
                      <a:lnTo>
                        <a:pt x="2300828" y="2638917"/>
                      </a:lnTo>
                      <a:lnTo>
                        <a:pt x="2293981" y="2638917"/>
                      </a:lnTo>
                      <a:lnTo>
                        <a:pt x="2287133" y="2638917"/>
                      </a:lnTo>
                      <a:lnTo>
                        <a:pt x="2280285" y="2638917"/>
                      </a:lnTo>
                      <a:lnTo>
                        <a:pt x="2273437" y="2638917"/>
                      </a:lnTo>
                      <a:lnTo>
                        <a:pt x="2266590" y="2638917"/>
                      </a:lnTo>
                      <a:lnTo>
                        <a:pt x="2259742" y="2638917"/>
                      </a:lnTo>
                      <a:lnTo>
                        <a:pt x="2252894" y="2638917"/>
                      </a:lnTo>
                      <a:lnTo>
                        <a:pt x="2246047" y="2638917"/>
                      </a:lnTo>
                      <a:lnTo>
                        <a:pt x="2239199" y="2638917"/>
                      </a:lnTo>
                      <a:lnTo>
                        <a:pt x="2232351" y="2638917"/>
                      </a:lnTo>
                      <a:lnTo>
                        <a:pt x="2225504" y="2638917"/>
                      </a:lnTo>
                      <a:lnTo>
                        <a:pt x="2218656" y="2638917"/>
                      </a:lnTo>
                      <a:lnTo>
                        <a:pt x="2211808" y="2638917"/>
                      </a:lnTo>
                      <a:lnTo>
                        <a:pt x="2204960" y="2638917"/>
                      </a:lnTo>
                      <a:lnTo>
                        <a:pt x="2198113" y="2638917"/>
                      </a:lnTo>
                      <a:lnTo>
                        <a:pt x="2191265" y="2638917"/>
                      </a:lnTo>
                      <a:lnTo>
                        <a:pt x="2184417" y="2638917"/>
                      </a:lnTo>
                      <a:lnTo>
                        <a:pt x="2177569" y="2638917"/>
                      </a:lnTo>
                      <a:lnTo>
                        <a:pt x="2170722" y="2638917"/>
                      </a:lnTo>
                      <a:lnTo>
                        <a:pt x="2163874" y="2638917"/>
                      </a:lnTo>
                      <a:lnTo>
                        <a:pt x="2157027" y="2638917"/>
                      </a:lnTo>
                      <a:lnTo>
                        <a:pt x="2150179" y="2638917"/>
                      </a:lnTo>
                      <a:lnTo>
                        <a:pt x="2143331" y="2638917"/>
                      </a:lnTo>
                      <a:lnTo>
                        <a:pt x="2136483" y="2638917"/>
                      </a:lnTo>
                      <a:lnTo>
                        <a:pt x="2129636" y="2638917"/>
                      </a:lnTo>
                      <a:lnTo>
                        <a:pt x="2122788" y="2638917"/>
                      </a:lnTo>
                      <a:lnTo>
                        <a:pt x="2115940" y="2638917"/>
                      </a:lnTo>
                      <a:lnTo>
                        <a:pt x="2109092" y="2638917"/>
                      </a:lnTo>
                      <a:lnTo>
                        <a:pt x="2102245" y="2638917"/>
                      </a:lnTo>
                      <a:lnTo>
                        <a:pt x="2095397" y="2638917"/>
                      </a:lnTo>
                      <a:lnTo>
                        <a:pt x="2088549" y="2638917"/>
                      </a:lnTo>
                      <a:lnTo>
                        <a:pt x="2081702" y="2638917"/>
                      </a:lnTo>
                      <a:lnTo>
                        <a:pt x="2074854" y="2638917"/>
                      </a:lnTo>
                      <a:lnTo>
                        <a:pt x="2068006" y="2638917"/>
                      </a:lnTo>
                      <a:lnTo>
                        <a:pt x="2061159" y="2638917"/>
                      </a:lnTo>
                      <a:lnTo>
                        <a:pt x="2054311" y="2638917"/>
                      </a:lnTo>
                      <a:lnTo>
                        <a:pt x="2047463" y="2638917"/>
                      </a:lnTo>
                      <a:lnTo>
                        <a:pt x="2040615" y="2638917"/>
                      </a:lnTo>
                      <a:lnTo>
                        <a:pt x="2033768" y="2638917"/>
                      </a:lnTo>
                      <a:lnTo>
                        <a:pt x="2026920" y="2638917"/>
                      </a:lnTo>
                      <a:lnTo>
                        <a:pt x="2020072" y="2638917"/>
                      </a:lnTo>
                      <a:lnTo>
                        <a:pt x="2013225" y="2638917"/>
                      </a:lnTo>
                      <a:lnTo>
                        <a:pt x="2006377" y="2638917"/>
                      </a:lnTo>
                      <a:lnTo>
                        <a:pt x="1999529" y="2638917"/>
                      </a:lnTo>
                      <a:lnTo>
                        <a:pt x="1992681" y="2638917"/>
                      </a:lnTo>
                      <a:lnTo>
                        <a:pt x="1985834" y="2638917"/>
                      </a:lnTo>
                      <a:lnTo>
                        <a:pt x="1978986" y="2638917"/>
                      </a:lnTo>
                      <a:lnTo>
                        <a:pt x="1972138" y="2638917"/>
                      </a:lnTo>
                      <a:lnTo>
                        <a:pt x="1965291" y="2638917"/>
                      </a:lnTo>
                      <a:lnTo>
                        <a:pt x="1958443" y="2638917"/>
                      </a:lnTo>
                      <a:lnTo>
                        <a:pt x="1951595" y="2638917"/>
                      </a:lnTo>
                      <a:lnTo>
                        <a:pt x="1944748" y="2638917"/>
                      </a:lnTo>
                      <a:lnTo>
                        <a:pt x="1937900" y="2638917"/>
                      </a:lnTo>
                      <a:lnTo>
                        <a:pt x="1931052" y="2638917"/>
                      </a:lnTo>
                      <a:lnTo>
                        <a:pt x="1924204" y="2638917"/>
                      </a:lnTo>
                      <a:lnTo>
                        <a:pt x="1917357" y="2638917"/>
                      </a:lnTo>
                      <a:lnTo>
                        <a:pt x="1910509" y="2638917"/>
                      </a:lnTo>
                      <a:lnTo>
                        <a:pt x="1903661" y="2638917"/>
                      </a:lnTo>
                      <a:lnTo>
                        <a:pt x="1896814" y="2638917"/>
                      </a:lnTo>
                      <a:lnTo>
                        <a:pt x="1889966" y="2638917"/>
                      </a:lnTo>
                      <a:lnTo>
                        <a:pt x="1883118" y="2638917"/>
                      </a:lnTo>
                      <a:lnTo>
                        <a:pt x="1876271" y="2638917"/>
                      </a:lnTo>
                      <a:lnTo>
                        <a:pt x="1869423" y="2638917"/>
                      </a:lnTo>
                      <a:lnTo>
                        <a:pt x="1862575" y="2638917"/>
                      </a:lnTo>
                      <a:lnTo>
                        <a:pt x="1855727" y="2638917"/>
                      </a:lnTo>
                      <a:lnTo>
                        <a:pt x="1848880" y="2638917"/>
                      </a:lnTo>
                      <a:lnTo>
                        <a:pt x="1842032" y="2638917"/>
                      </a:lnTo>
                      <a:lnTo>
                        <a:pt x="1835184" y="2638917"/>
                      </a:lnTo>
                      <a:lnTo>
                        <a:pt x="1828337" y="2638917"/>
                      </a:lnTo>
                      <a:lnTo>
                        <a:pt x="1821489" y="2638917"/>
                      </a:lnTo>
                      <a:lnTo>
                        <a:pt x="1814641" y="2638917"/>
                      </a:lnTo>
                      <a:lnTo>
                        <a:pt x="1807794" y="2638917"/>
                      </a:lnTo>
                      <a:lnTo>
                        <a:pt x="1800946" y="2638917"/>
                      </a:lnTo>
                      <a:lnTo>
                        <a:pt x="1794098" y="2638917"/>
                      </a:lnTo>
                      <a:lnTo>
                        <a:pt x="1787250" y="2638917"/>
                      </a:lnTo>
                      <a:lnTo>
                        <a:pt x="1780403" y="2638917"/>
                      </a:lnTo>
                      <a:lnTo>
                        <a:pt x="1773555" y="2638917"/>
                      </a:lnTo>
                      <a:lnTo>
                        <a:pt x="1766707" y="2638917"/>
                      </a:lnTo>
                      <a:lnTo>
                        <a:pt x="1759860" y="2638917"/>
                      </a:lnTo>
                      <a:lnTo>
                        <a:pt x="1753012" y="2638917"/>
                      </a:lnTo>
                      <a:lnTo>
                        <a:pt x="1746164" y="2638917"/>
                      </a:lnTo>
                      <a:lnTo>
                        <a:pt x="1739317" y="2638917"/>
                      </a:lnTo>
                      <a:lnTo>
                        <a:pt x="1732469" y="2638917"/>
                      </a:lnTo>
                      <a:lnTo>
                        <a:pt x="1725621" y="2638917"/>
                      </a:lnTo>
                      <a:lnTo>
                        <a:pt x="1718773" y="2638917"/>
                      </a:lnTo>
                      <a:lnTo>
                        <a:pt x="1711926" y="2638917"/>
                      </a:lnTo>
                      <a:lnTo>
                        <a:pt x="1705078" y="2638917"/>
                      </a:lnTo>
                      <a:lnTo>
                        <a:pt x="1698230" y="2638917"/>
                      </a:lnTo>
                      <a:lnTo>
                        <a:pt x="1691383" y="2638917"/>
                      </a:lnTo>
                      <a:lnTo>
                        <a:pt x="1684535" y="2638917"/>
                      </a:lnTo>
                      <a:lnTo>
                        <a:pt x="1677687" y="2638917"/>
                      </a:lnTo>
                      <a:lnTo>
                        <a:pt x="1670840" y="2638917"/>
                      </a:lnTo>
                      <a:lnTo>
                        <a:pt x="1663992" y="2638917"/>
                      </a:lnTo>
                      <a:lnTo>
                        <a:pt x="1657144" y="2638917"/>
                      </a:lnTo>
                      <a:lnTo>
                        <a:pt x="1650296" y="2638917"/>
                      </a:lnTo>
                      <a:lnTo>
                        <a:pt x="1643449" y="2638917"/>
                      </a:lnTo>
                      <a:lnTo>
                        <a:pt x="1636601" y="2638917"/>
                      </a:lnTo>
                      <a:lnTo>
                        <a:pt x="1629753" y="2638917"/>
                      </a:lnTo>
                      <a:lnTo>
                        <a:pt x="1622906" y="2638917"/>
                      </a:lnTo>
                      <a:lnTo>
                        <a:pt x="1616058" y="2638917"/>
                      </a:lnTo>
                      <a:lnTo>
                        <a:pt x="1609210" y="2638917"/>
                      </a:lnTo>
                      <a:lnTo>
                        <a:pt x="1602362" y="2638917"/>
                      </a:lnTo>
                      <a:lnTo>
                        <a:pt x="1595515" y="2638917"/>
                      </a:lnTo>
                      <a:lnTo>
                        <a:pt x="1588667" y="2638917"/>
                      </a:lnTo>
                      <a:lnTo>
                        <a:pt x="1581819" y="2638917"/>
                      </a:lnTo>
                      <a:lnTo>
                        <a:pt x="1574972" y="2638917"/>
                      </a:lnTo>
                      <a:lnTo>
                        <a:pt x="1568124" y="2638917"/>
                      </a:lnTo>
                      <a:lnTo>
                        <a:pt x="1561276" y="2638917"/>
                      </a:lnTo>
                      <a:lnTo>
                        <a:pt x="1554429" y="2638917"/>
                      </a:lnTo>
                      <a:lnTo>
                        <a:pt x="1547581" y="2638917"/>
                      </a:lnTo>
                      <a:lnTo>
                        <a:pt x="1540733" y="2638917"/>
                      </a:lnTo>
                      <a:lnTo>
                        <a:pt x="1533885" y="2638917"/>
                      </a:lnTo>
                      <a:lnTo>
                        <a:pt x="1527038" y="2638917"/>
                      </a:lnTo>
                      <a:lnTo>
                        <a:pt x="1520190" y="2638917"/>
                      </a:lnTo>
                      <a:lnTo>
                        <a:pt x="1513342" y="2638917"/>
                      </a:lnTo>
                      <a:lnTo>
                        <a:pt x="1506495" y="2638917"/>
                      </a:lnTo>
                      <a:lnTo>
                        <a:pt x="1499647" y="2638917"/>
                      </a:lnTo>
                      <a:lnTo>
                        <a:pt x="1492799" y="2638917"/>
                      </a:lnTo>
                      <a:lnTo>
                        <a:pt x="1485952" y="2638917"/>
                      </a:lnTo>
                      <a:lnTo>
                        <a:pt x="1479104" y="2638917"/>
                      </a:lnTo>
                      <a:lnTo>
                        <a:pt x="1472256" y="2638917"/>
                      </a:lnTo>
                      <a:lnTo>
                        <a:pt x="1465408" y="2638917"/>
                      </a:lnTo>
                      <a:lnTo>
                        <a:pt x="1458561" y="2638917"/>
                      </a:lnTo>
                      <a:lnTo>
                        <a:pt x="1451713" y="2638917"/>
                      </a:lnTo>
                      <a:lnTo>
                        <a:pt x="1444865" y="2638917"/>
                      </a:lnTo>
                      <a:lnTo>
                        <a:pt x="1438018" y="2638917"/>
                      </a:lnTo>
                      <a:lnTo>
                        <a:pt x="1431170" y="2638917"/>
                      </a:lnTo>
                      <a:lnTo>
                        <a:pt x="1424322" y="2638917"/>
                      </a:lnTo>
                      <a:lnTo>
                        <a:pt x="1417475" y="2638917"/>
                      </a:lnTo>
                      <a:lnTo>
                        <a:pt x="1410627" y="2638917"/>
                      </a:lnTo>
                      <a:lnTo>
                        <a:pt x="1403779" y="2638917"/>
                      </a:lnTo>
                      <a:lnTo>
                        <a:pt x="1396931" y="2638917"/>
                      </a:lnTo>
                      <a:lnTo>
                        <a:pt x="1390084" y="2638917"/>
                      </a:lnTo>
                      <a:lnTo>
                        <a:pt x="1383236" y="2638917"/>
                      </a:lnTo>
                      <a:lnTo>
                        <a:pt x="1376388" y="2638917"/>
                      </a:lnTo>
                      <a:lnTo>
                        <a:pt x="1369541" y="2638917"/>
                      </a:lnTo>
                      <a:lnTo>
                        <a:pt x="1362693" y="2638917"/>
                      </a:lnTo>
                      <a:lnTo>
                        <a:pt x="1355845" y="2638917"/>
                      </a:lnTo>
                      <a:lnTo>
                        <a:pt x="1348998" y="2638917"/>
                      </a:lnTo>
                      <a:lnTo>
                        <a:pt x="1342150" y="2638917"/>
                      </a:lnTo>
                      <a:lnTo>
                        <a:pt x="1335302" y="2638917"/>
                      </a:lnTo>
                      <a:lnTo>
                        <a:pt x="1328454" y="2638917"/>
                      </a:lnTo>
                      <a:lnTo>
                        <a:pt x="1321607" y="2638917"/>
                      </a:lnTo>
                      <a:lnTo>
                        <a:pt x="1314759" y="2638917"/>
                      </a:lnTo>
                      <a:lnTo>
                        <a:pt x="1307911" y="2638917"/>
                      </a:lnTo>
                      <a:lnTo>
                        <a:pt x="1301064" y="2638917"/>
                      </a:lnTo>
                      <a:lnTo>
                        <a:pt x="1294216" y="2638917"/>
                      </a:lnTo>
                      <a:lnTo>
                        <a:pt x="1287368" y="2638917"/>
                      </a:lnTo>
                      <a:lnTo>
                        <a:pt x="1280521" y="2638917"/>
                      </a:lnTo>
                      <a:lnTo>
                        <a:pt x="1273673" y="2638917"/>
                      </a:lnTo>
                      <a:lnTo>
                        <a:pt x="1266825" y="2638917"/>
                      </a:lnTo>
                      <a:lnTo>
                        <a:pt x="1259977" y="2638917"/>
                      </a:lnTo>
                      <a:lnTo>
                        <a:pt x="1253130" y="2638917"/>
                      </a:lnTo>
                      <a:lnTo>
                        <a:pt x="1246282" y="2638917"/>
                      </a:lnTo>
                      <a:lnTo>
                        <a:pt x="1239434" y="2638917"/>
                      </a:lnTo>
                      <a:lnTo>
                        <a:pt x="1232587" y="2638917"/>
                      </a:lnTo>
                      <a:lnTo>
                        <a:pt x="1225739" y="2638917"/>
                      </a:lnTo>
                      <a:lnTo>
                        <a:pt x="1218891" y="2638917"/>
                      </a:lnTo>
                      <a:lnTo>
                        <a:pt x="1212043" y="2638917"/>
                      </a:lnTo>
                      <a:lnTo>
                        <a:pt x="1205196" y="2638917"/>
                      </a:lnTo>
                      <a:lnTo>
                        <a:pt x="1198348" y="2638917"/>
                      </a:lnTo>
                      <a:lnTo>
                        <a:pt x="1191500" y="2638917"/>
                      </a:lnTo>
                      <a:lnTo>
                        <a:pt x="1184653" y="2638917"/>
                      </a:lnTo>
                      <a:lnTo>
                        <a:pt x="1177805" y="2638917"/>
                      </a:lnTo>
                      <a:lnTo>
                        <a:pt x="1170957" y="2638917"/>
                      </a:lnTo>
                      <a:lnTo>
                        <a:pt x="1164109" y="2638917"/>
                      </a:lnTo>
                      <a:lnTo>
                        <a:pt x="1157262" y="2638917"/>
                      </a:lnTo>
                      <a:lnTo>
                        <a:pt x="1150414" y="2638917"/>
                      </a:lnTo>
                      <a:lnTo>
                        <a:pt x="1143566" y="2638917"/>
                      </a:lnTo>
                      <a:lnTo>
                        <a:pt x="1136719" y="2638917"/>
                      </a:lnTo>
                      <a:lnTo>
                        <a:pt x="1129871" y="2638917"/>
                      </a:lnTo>
                      <a:lnTo>
                        <a:pt x="1123023" y="2638917"/>
                      </a:lnTo>
                      <a:lnTo>
                        <a:pt x="1116176" y="2638917"/>
                      </a:lnTo>
                      <a:lnTo>
                        <a:pt x="1109328" y="2638917"/>
                      </a:lnTo>
                      <a:lnTo>
                        <a:pt x="1102480" y="2638917"/>
                      </a:lnTo>
                      <a:lnTo>
                        <a:pt x="1095632" y="2638917"/>
                      </a:lnTo>
                      <a:lnTo>
                        <a:pt x="1088785" y="2638917"/>
                      </a:lnTo>
                      <a:lnTo>
                        <a:pt x="1081937" y="2638917"/>
                      </a:lnTo>
                      <a:lnTo>
                        <a:pt x="1075089" y="2638917"/>
                      </a:lnTo>
                      <a:lnTo>
                        <a:pt x="1068242" y="2638917"/>
                      </a:lnTo>
                      <a:lnTo>
                        <a:pt x="1061394" y="2638917"/>
                      </a:lnTo>
                      <a:lnTo>
                        <a:pt x="1054546" y="2638917"/>
                      </a:lnTo>
                      <a:lnTo>
                        <a:pt x="1047699" y="2638917"/>
                      </a:lnTo>
                      <a:lnTo>
                        <a:pt x="1040851" y="2638917"/>
                      </a:lnTo>
                      <a:lnTo>
                        <a:pt x="1034003" y="2638917"/>
                      </a:lnTo>
                      <a:lnTo>
                        <a:pt x="1027155" y="2638917"/>
                      </a:lnTo>
                      <a:lnTo>
                        <a:pt x="1020308" y="2638917"/>
                      </a:lnTo>
                      <a:lnTo>
                        <a:pt x="1013460" y="2638917"/>
                      </a:lnTo>
                      <a:lnTo>
                        <a:pt x="1006612" y="2638917"/>
                      </a:lnTo>
                      <a:lnTo>
                        <a:pt x="999765" y="2638917"/>
                      </a:lnTo>
                      <a:lnTo>
                        <a:pt x="992917" y="2638917"/>
                      </a:lnTo>
                      <a:lnTo>
                        <a:pt x="986069" y="2638917"/>
                      </a:lnTo>
                      <a:lnTo>
                        <a:pt x="979222" y="2638917"/>
                      </a:lnTo>
                      <a:lnTo>
                        <a:pt x="972374" y="2638917"/>
                      </a:lnTo>
                      <a:lnTo>
                        <a:pt x="965526" y="2638917"/>
                      </a:lnTo>
                      <a:lnTo>
                        <a:pt x="958678" y="2638917"/>
                      </a:lnTo>
                      <a:lnTo>
                        <a:pt x="951831" y="2638917"/>
                      </a:lnTo>
                      <a:lnTo>
                        <a:pt x="944983" y="2638917"/>
                      </a:lnTo>
                      <a:lnTo>
                        <a:pt x="938135" y="2638917"/>
                      </a:lnTo>
                      <a:lnTo>
                        <a:pt x="931288" y="2638917"/>
                      </a:lnTo>
                      <a:lnTo>
                        <a:pt x="924440" y="2638917"/>
                      </a:lnTo>
                      <a:lnTo>
                        <a:pt x="917592" y="2638917"/>
                      </a:lnTo>
                      <a:lnTo>
                        <a:pt x="910745" y="2638917"/>
                      </a:lnTo>
                      <a:lnTo>
                        <a:pt x="903897" y="2638917"/>
                      </a:lnTo>
                      <a:lnTo>
                        <a:pt x="897049" y="2638917"/>
                      </a:lnTo>
                      <a:lnTo>
                        <a:pt x="890201" y="2638917"/>
                      </a:lnTo>
                      <a:lnTo>
                        <a:pt x="883354" y="2638917"/>
                      </a:lnTo>
                      <a:lnTo>
                        <a:pt x="876506" y="2638917"/>
                      </a:lnTo>
                      <a:lnTo>
                        <a:pt x="869658" y="2638917"/>
                      </a:lnTo>
                      <a:lnTo>
                        <a:pt x="862811" y="2638917"/>
                      </a:lnTo>
                      <a:lnTo>
                        <a:pt x="855963" y="2638917"/>
                      </a:lnTo>
                      <a:lnTo>
                        <a:pt x="849115" y="2638917"/>
                      </a:lnTo>
                      <a:lnTo>
                        <a:pt x="842267" y="2638917"/>
                      </a:lnTo>
                      <a:lnTo>
                        <a:pt x="835420" y="2638917"/>
                      </a:lnTo>
                      <a:lnTo>
                        <a:pt x="828572" y="2638917"/>
                      </a:lnTo>
                      <a:lnTo>
                        <a:pt x="821724" y="2638917"/>
                      </a:lnTo>
                      <a:lnTo>
                        <a:pt x="814877" y="2638917"/>
                      </a:lnTo>
                      <a:lnTo>
                        <a:pt x="808029" y="2638917"/>
                      </a:lnTo>
                      <a:lnTo>
                        <a:pt x="801181" y="2638917"/>
                      </a:lnTo>
                      <a:lnTo>
                        <a:pt x="794334" y="2638917"/>
                      </a:lnTo>
                      <a:lnTo>
                        <a:pt x="787486" y="2638917"/>
                      </a:lnTo>
                      <a:lnTo>
                        <a:pt x="780638" y="2638917"/>
                      </a:lnTo>
                      <a:lnTo>
                        <a:pt x="773790" y="2638917"/>
                      </a:lnTo>
                      <a:lnTo>
                        <a:pt x="766943" y="2638917"/>
                      </a:lnTo>
                      <a:lnTo>
                        <a:pt x="760095" y="2638917"/>
                      </a:lnTo>
                      <a:lnTo>
                        <a:pt x="753247" y="2638917"/>
                      </a:lnTo>
                      <a:lnTo>
                        <a:pt x="746400" y="2638917"/>
                      </a:lnTo>
                      <a:lnTo>
                        <a:pt x="739552" y="2638917"/>
                      </a:lnTo>
                      <a:lnTo>
                        <a:pt x="732704" y="2638917"/>
                      </a:lnTo>
                      <a:lnTo>
                        <a:pt x="725857" y="2638917"/>
                      </a:lnTo>
                      <a:lnTo>
                        <a:pt x="719009" y="2638917"/>
                      </a:lnTo>
                      <a:lnTo>
                        <a:pt x="712161" y="2638917"/>
                      </a:lnTo>
                      <a:lnTo>
                        <a:pt x="705313" y="2638917"/>
                      </a:lnTo>
                      <a:lnTo>
                        <a:pt x="698466" y="2638917"/>
                      </a:lnTo>
                      <a:lnTo>
                        <a:pt x="691618" y="2638917"/>
                      </a:lnTo>
                      <a:lnTo>
                        <a:pt x="684770" y="2638917"/>
                      </a:lnTo>
                      <a:lnTo>
                        <a:pt x="677923" y="2638917"/>
                      </a:lnTo>
                      <a:lnTo>
                        <a:pt x="671075" y="2638917"/>
                      </a:lnTo>
                      <a:lnTo>
                        <a:pt x="664227" y="2638917"/>
                      </a:lnTo>
                      <a:lnTo>
                        <a:pt x="657379" y="2638917"/>
                      </a:lnTo>
                      <a:lnTo>
                        <a:pt x="650532" y="2638917"/>
                      </a:lnTo>
                      <a:lnTo>
                        <a:pt x="643684" y="2638917"/>
                      </a:lnTo>
                      <a:lnTo>
                        <a:pt x="636836" y="2638917"/>
                      </a:lnTo>
                      <a:lnTo>
                        <a:pt x="629989" y="2638917"/>
                      </a:lnTo>
                      <a:lnTo>
                        <a:pt x="623141" y="2638917"/>
                      </a:lnTo>
                      <a:lnTo>
                        <a:pt x="616293" y="2638917"/>
                      </a:lnTo>
                      <a:lnTo>
                        <a:pt x="609446" y="2638917"/>
                      </a:lnTo>
                      <a:lnTo>
                        <a:pt x="602598" y="2638917"/>
                      </a:lnTo>
                      <a:lnTo>
                        <a:pt x="595750" y="2638917"/>
                      </a:lnTo>
                      <a:lnTo>
                        <a:pt x="588902" y="2638917"/>
                      </a:lnTo>
                      <a:lnTo>
                        <a:pt x="582055" y="2638917"/>
                      </a:lnTo>
                      <a:lnTo>
                        <a:pt x="575207" y="2638917"/>
                      </a:lnTo>
                      <a:lnTo>
                        <a:pt x="568359" y="2638917"/>
                      </a:lnTo>
                      <a:lnTo>
                        <a:pt x="561512" y="2638917"/>
                      </a:lnTo>
                      <a:lnTo>
                        <a:pt x="554664" y="2638917"/>
                      </a:lnTo>
                      <a:lnTo>
                        <a:pt x="547816" y="2638917"/>
                      </a:lnTo>
                      <a:lnTo>
                        <a:pt x="540969" y="2638917"/>
                      </a:lnTo>
                      <a:lnTo>
                        <a:pt x="534121" y="2638917"/>
                      </a:lnTo>
                      <a:lnTo>
                        <a:pt x="527273" y="2638917"/>
                      </a:lnTo>
                      <a:lnTo>
                        <a:pt x="520425" y="2638917"/>
                      </a:lnTo>
                      <a:lnTo>
                        <a:pt x="513578" y="2638917"/>
                      </a:lnTo>
                      <a:lnTo>
                        <a:pt x="506730" y="2638917"/>
                      </a:lnTo>
                      <a:lnTo>
                        <a:pt x="499882" y="2638917"/>
                      </a:lnTo>
                      <a:lnTo>
                        <a:pt x="493035" y="2638917"/>
                      </a:lnTo>
                      <a:lnTo>
                        <a:pt x="486187" y="2638917"/>
                      </a:lnTo>
                      <a:lnTo>
                        <a:pt x="479339" y="2638917"/>
                      </a:lnTo>
                      <a:lnTo>
                        <a:pt x="472491" y="2638917"/>
                      </a:lnTo>
                      <a:lnTo>
                        <a:pt x="465644" y="2638917"/>
                      </a:lnTo>
                      <a:lnTo>
                        <a:pt x="458796" y="2638917"/>
                      </a:lnTo>
                      <a:lnTo>
                        <a:pt x="451948" y="2638917"/>
                      </a:lnTo>
                      <a:lnTo>
                        <a:pt x="445101" y="2638917"/>
                      </a:lnTo>
                      <a:lnTo>
                        <a:pt x="438253" y="2638917"/>
                      </a:lnTo>
                      <a:lnTo>
                        <a:pt x="431405" y="2638917"/>
                      </a:lnTo>
                      <a:lnTo>
                        <a:pt x="424558" y="2638917"/>
                      </a:lnTo>
                      <a:lnTo>
                        <a:pt x="417710" y="2638917"/>
                      </a:lnTo>
                      <a:lnTo>
                        <a:pt x="410862" y="2638917"/>
                      </a:lnTo>
                      <a:lnTo>
                        <a:pt x="404014" y="2638917"/>
                      </a:lnTo>
                      <a:lnTo>
                        <a:pt x="397167" y="2638917"/>
                      </a:lnTo>
                      <a:lnTo>
                        <a:pt x="390319" y="2638917"/>
                      </a:lnTo>
                      <a:lnTo>
                        <a:pt x="383471" y="2638917"/>
                      </a:lnTo>
                      <a:lnTo>
                        <a:pt x="376624" y="2638917"/>
                      </a:lnTo>
                      <a:lnTo>
                        <a:pt x="369776" y="2638917"/>
                      </a:lnTo>
                      <a:lnTo>
                        <a:pt x="362928" y="2638917"/>
                      </a:lnTo>
                      <a:lnTo>
                        <a:pt x="356081" y="2638917"/>
                      </a:lnTo>
                      <a:lnTo>
                        <a:pt x="349233" y="2638917"/>
                      </a:lnTo>
                      <a:lnTo>
                        <a:pt x="342385" y="2638917"/>
                      </a:lnTo>
                      <a:lnTo>
                        <a:pt x="335537" y="2638917"/>
                      </a:lnTo>
                      <a:lnTo>
                        <a:pt x="328690" y="2638917"/>
                      </a:lnTo>
                      <a:lnTo>
                        <a:pt x="321842" y="2638917"/>
                      </a:lnTo>
                      <a:lnTo>
                        <a:pt x="314994" y="2638917"/>
                      </a:lnTo>
                      <a:lnTo>
                        <a:pt x="308147" y="2638917"/>
                      </a:lnTo>
                      <a:lnTo>
                        <a:pt x="301299" y="2638917"/>
                      </a:lnTo>
                      <a:lnTo>
                        <a:pt x="294451" y="2638917"/>
                      </a:lnTo>
                      <a:lnTo>
                        <a:pt x="287604" y="2638917"/>
                      </a:lnTo>
                      <a:lnTo>
                        <a:pt x="280756" y="2638917"/>
                      </a:lnTo>
                      <a:lnTo>
                        <a:pt x="273908" y="2638917"/>
                      </a:lnTo>
                      <a:lnTo>
                        <a:pt x="267060" y="2638917"/>
                      </a:lnTo>
                      <a:lnTo>
                        <a:pt x="260213" y="2638917"/>
                      </a:lnTo>
                      <a:lnTo>
                        <a:pt x="253365" y="2638917"/>
                      </a:lnTo>
                      <a:lnTo>
                        <a:pt x="246517" y="2638917"/>
                      </a:lnTo>
                      <a:lnTo>
                        <a:pt x="239670" y="2638917"/>
                      </a:lnTo>
                      <a:lnTo>
                        <a:pt x="232822" y="2638917"/>
                      </a:lnTo>
                      <a:lnTo>
                        <a:pt x="225974" y="2638917"/>
                      </a:lnTo>
                      <a:lnTo>
                        <a:pt x="219126" y="2638917"/>
                      </a:lnTo>
                      <a:lnTo>
                        <a:pt x="212279" y="2638917"/>
                      </a:lnTo>
                      <a:lnTo>
                        <a:pt x="205431" y="2638917"/>
                      </a:lnTo>
                      <a:lnTo>
                        <a:pt x="198583" y="2638917"/>
                      </a:lnTo>
                      <a:lnTo>
                        <a:pt x="191736" y="2638917"/>
                      </a:lnTo>
                      <a:lnTo>
                        <a:pt x="184888" y="2638917"/>
                      </a:lnTo>
                      <a:lnTo>
                        <a:pt x="178040" y="2638917"/>
                      </a:lnTo>
                      <a:lnTo>
                        <a:pt x="171193" y="2638917"/>
                      </a:lnTo>
                      <a:lnTo>
                        <a:pt x="164345" y="2638917"/>
                      </a:lnTo>
                      <a:lnTo>
                        <a:pt x="157497" y="2638917"/>
                      </a:lnTo>
                      <a:lnTo>
                        <a:pt x="150649" y="2638917"/>
                      </a:lnTo>
                      <a:lnTo>
                        <a:pt x="143802" y="2638917"/>
                      </a:lnTo>
                      <a:lnTo>
                        <a:pt x="136954" y="2638917"/>
                      </a:lnTo>
                      <a:lnTo>
                        <a:pt x="130106" y="2638917"/>
                      </a:lnTo>
                      <a:lnTo>
                        <a:pt x="123259" y="2638917"/>
                      </a:lnTo>
                      <a:lnTo>
                        <a:pt x="116411" y="2638917"/>
                      </a:lnTo>
                      <a:lnTo>
                        <a:pt x="109563" y="2638917"/>
                      </a:lnTo>
                      <a:lnTo>
                        <a:pt x="102716" y="2638917"/>
                      </a:lnTo>
                      <a:lnTo>
                        <a:pt x="95868" y="2638917"/>
                      </a:lnTo>
                      <a:lnTo>
                        <a:pt x="89020" y="2638917"/>
                      </a:lnTo>
                      <a:lnTo>
                        <a:pt x="82172" y="2638917"/>
                      </a:lnTo>
                      <a:lnTo>
                        <a:pt x="75325" y="2638917"/>
                      </a:lnTo>
                      <a:lnTo>
                        <a:pt x="68477" y="2638917"/>
                      </a:lnTo>
                      <a:lnTo>
                        <a:pt x="61629" y="2638917"/>
                      </a:lnTo>
                      <a:lnTo>
                        <a:pt x="54782" y="2638917"/>
                      </a:lnTo>
                      <a:lnTo>
                        <a:pt x="47934" y="2638917"/>
                      </a:lnTo>
                      <a:lnTo>
                        <a:pt x="41086" y="2638917"/>
                      </a:lnTo>
                      <a:lnTo>
                        <a:pt x="34239" y="2638917"/>
                      </a:lnTo>
                      <a:lnTo>
                        <a:pt x="27391" y="2638917"/>
                      </a:lnTo>
                      <a:lnTo>
                        <a:pt x="20543" y="2638917"/>
                      </a:lnTo>
                      <a:lnTo>
                        <a:pt x="13695" y="2638917"/>
                      </a:lnTo>
                      <a:lnTo>
                        <a:pt x="6848" y="2638917"/>
                      </a:lnTo>
                      <a:lnTo>
                        <a:pt x="0" y="263891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75C8ED">
                        <a:alpha val="50000"/>
                      </a:srgbClr>
                    </a:gs>
                    <a:gs pos="27000">
                      <a:srgbClr val="8BE0FF">
                        <a:alpha val="50000"/>
                      </a:srgb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ln w="12700" cap="flat">
                  <a:solidFill>
                    <a:srgbClr val="0066CC">
                      <a:alpha val="2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09" name="Freeform 108">
                  <a:extLst>
                    <a:ext uri="{FF2B5EF4-FFF2-40B4-BE49-F238E27FC236}">
                      <a16:creationId xmlns:a16="http://schemas.microsoft.com/office/drawing/2014/main" id="{5840CD06-1AE5-3FFF-8BBB-A4BACE68458C}"/>
                    </a:ext>
                  </a:extLst>
                </p:cNvPr>
                <p:cNvSpPr/>
                <p:nvPr/>
              </p:nvSpPr>
              <p:spPr>
                <a:xfrm>
                  <a:off x="1426846" y="2619246"/>
                  <a:ext cx="6840854" cy="2638554"/>
                </a:xfrm>
                <a:custGeom>
                  <a:avLst/>
                  <a:gdLst>
                    <a:gd name="csX0" fmla="*/ 0 w 6840854"/>
                    <a:gd name="csY0" fmla="*/ 2621041 h 2638554"/>
                    <a:gd name="csX1" fmla="*/ 47934 w 6840854"/>
                    <a:gd name="csY1" fmla="*/ 2612112 h 2638554"/>
                    <a:gd name="csX2" fmla="*/ 89020 w 6840854"/>
                    <a:gd name="csY2" fmla="*/ 2601511 h 2638554"/>
                    <a:gd name="csX3" fmla="*/ 123259 w 6840854"/>
                    <a:gd name="csY3" fmla="*/ 2590043 h 2638554"/>
                    <a:gd name="csX4" fmla="*/ 157497 w 6840854"/>
                    <a:gd name="csY4" fmla="*/ 2575665 h 2638554"/>
                    <a:gd name="csX5" fmla="*/ 191736 w 6840854"/>
                    <a:gd name="csY5" fmla="*/ 2557847 h 2638554"/>
                    <a:gd name="csX6" fmla="*/ 219126 w 6840854"/>
                    <a:gd name="csY6" fmla="*/ 2540733 h 2638554"/>
                    <a:gd name="csX7" fmla="*/ 246517 w 6840854"/>
                    <a:gd name="csY7" fmla="*/ 2520753 h 2638554"/>
                    <a:gd name="csX8" fmla="*/ 273908 w 6840854"/>
                    <a:gd name="csY8" fmla="*/ 2497602 h 2638554"/>
                    <a:gd name="csX9" fmla="*/ 301299 w 6840854"/>
                    <a:gd name="csY9" fmla="*/ 2470982 h 2638554"/>
                    <a:gd name="csX10" fmla="*/ 328690 w 6840854"/>
                    <a:gd name="csY10" fmla="*/ 2440612 h 2638554"/>
                    <a:gd name="csX11" fmla="*/ 356081 w 6840854"/>
                    <a:gd name="csY11" fmla="*/ 2406236 h 2638554"/>
                    <a:gd name="csX12" fmla="*/ 383471 w 6840854"/>
                    <a:gd name="csY12" fmla="*/ 2367635 h 2638554"/>
                    <a:gd name="csX13" fmla="*/ 410862 w 6840854"/>
                    <a:gd name="csY13" fmla="*/ 2324642 h 2638554"/>
                    <a:gd name="csX14" fmla="*/ 438253 w 6840854"/>
                    <a:gd name="csY14" fmla="*/ 2277153 h 2638554"/>
                    <a:gd name="csX15" fmla="*/ 472491 w 6840854"/>
                    <a:gd name="csY15" fmla="*/ 2211439 h 2638554"/>
                    <a:gd name="csX16" fmla="*/ 506730 w 6840854"/>
                    <a:gd name="csY16" fmla="*/ 2138812 h 2638554"/>
                    <a:gd name="csX17" fmla="*/ 540969 w 6840854"/>
                    <a:gd name="csY17" fmla="*/ 2059667 h 2638554"/>
                    <a:gd name="csX18" fmla="*/ 582055 w 6840854"/>
                    <a:gd name="csY18" fmla="*/ 1957057 h 2638554"/>
                    <a:gd name="csX19" fmla="*/ 629989 w 6840854"/>
                    <a:gd name="csY19" fmla="*/ 1829040 h 2638554"/>
                    <a:gd name="csX20" fmla="*/ 794334 w 6840854"/>
                    <a:gd name="csY20" fmla="*/ 1380264 h 2638554"/>
                    <a:gd name="csX21" fmla="*/ 828572 w 6840854"/>
                    <a:gd name="csY21" fmla="*/ 1298670 h 2638554"/>
                    <a:gd name="csX22" fmla="*/ 855963 w 6840854"/>
                    <a:gd name="csY22" fmla="*/ 1239731 h 2638554"/>
                    <a:gd name="csX23" fmla="*/ 883354 w 6840854"/>
                    <a:gd name="csY23" fmla="*/ 1187535 h 2638554"/>
                    <a:gd name="csX24" fmla="*/ 903897 w 6840854"/>
                    <a:gd name="csY24" fmla="*/ 1153377 h 2638554"/>
                    <a:gd name="csX25" fmla="*/ 924440 w 6840854"/>
                    <a:gd name="csY25" fmla="*/ 1123889 h 2638554"/>
                    <a:gd name="csX26" fmla="*/ 944983 w 6840854"/>
                    <a:gd name="csY26" fmla="*/ 1099378 h 2638554"/>
                    <a:gd name="csX27" fmla="*/ 965526 w 6840854"/>
                    <a:gd name="csY27" fmla="*/ 1080102 h 2638554"/>
                    <a:gd name="csX28" fmla="*/ 979222 w 6840854"/>
                    <a:gd name="csY28" fmla="*/ 1070265 h 2638554"/>
                    <a:gd name="csX29" fmla="*/ 992917 w 6840854"/>
                    <a:gd name="csY29" fmla="*/ 1062893 h 2638554"/>
                    <a:gd name="csX30" fmla="*/ 1006612 w 6840854"/>
                    <a:gd name="csY30" fmla="*/ 1058022 h 2638554"/>
                    <a:gd name="csX31" fmla="*/ 1020308 w 6840854"/>
                    <a:gd name="csY31" fmla="*/ 1055676 h 2638554"/>
                    <a:gd name="csX32" fmla="*/ 1034003 w 6840854"/>
                    <a:gd name="csY32" fmla="*/ 1055867 h 2638554"/>
                    <a:gd name="csX33" fmla="*/ 1047699 w 6840854"/>
                    <a:gd name="csY33" fmla="*/ 1058592 h 2638554"/>
                    <a:gd name="csX34" fmla="*/ 1061394 w 6840854"/>
                    <a:gd name="csY34" fmla="*/ 1063840 h 2638554"/>
                    <a:gd name="csX35" fmla="*/ 1075089 w 6840854"/>
                    <a:gd name="csY35" fmla="*/ 1071584 h 2638554"/>
                    <a:gd name="csX36" fmla="*/ 1088785 w 6840854"/>
                    <a:gd name="csY36" fmla="*/ 1081788 h 2638554"/>
                    <a:gd name="csX37" fmla="*/ 1109328 w 6840854"/>
                    <a:gd name="csY37" fmla="*/ 1101598 h 2638554"/>
                    <a:gd name="csX38" fmla="*/ 1129871 w 6840854"/>
                    <a:gd name="csY38" fmla="*/ 1126618 h 2638554"/>
                    <a:gd name="csX39" fmla="*/ 1150414 w 6840854"/>
                    <a:gd name="csY39" fmla="*/ 1156588 h 2638554"/>
                    <a:gd name="csX40" fmla="*/ 1170957 w 6840854"/>
                    <a:gd name="csY40" fmla="*/ 1191194 h 2638554"/>
                    <a:gd name="csX41" fmla="*/ 1198348 w 6840854"/>
                    <a:gd name="csY41" fmla="*/ 1243930 h 2638554"/>
                    <a:gd name="csX42" fmla="*/ 1225739 w 6840854"/>
                    <a:gd name="csY42" fmla="*/ 1303335 h 2638554"/>
                    <a:gd name="csX43" fmla="*/ 1259977 w 6840854"/>
                    <a:gd name="csY43" fmla="*/ 1385398 h 2638554"/>
                    <a:gd name="csX44" fmla="*/ 1301064 w 6840854"/>
                    <a:gd name="csY44" fmla="*/ 1492504 h 2638554"/>
                    <a:gd name="csX45" fmla="*/ 1362693 w 6840854"/>
                    <a:gd name="csY45" fmla="*/ 1663003 h 2638554"/>
                    <a:gd name="csX46" fmla="*/ 1444865 w 6840854"/>
                    <a:gd name="csY46" fmla="*/ 1890310 h 2638554"/>
                    <a:gd name="csX47" fmla="*/ 1492799 w 6840854"/>
                    <a:gd name="csY47" fmla="*/ 2014444 h 2638554"/>
                    <a:gd name="csX48" fmla="*/ 1533885 w 6840854"/>
                    <a:gd name="csY48" fmla="*/ 2112606 h 2638554"/>
                    <a:gd name="csX49" fmla="*/ 1568124 w 6840854"/>
                    <a:gd name="csY49" fmla="*/ 2187507 h 2638554"/>
                    <a:gd name="csX50" fmla="*/ 1602362 w 6840854"/>
                    <a:gd name="csY50" fmla="*/ 2255600 h 2638554"/>
                    <a:gd name="csX51" fmla="*/ 1636601 w 6840854"/>
                    <a:gd name="csY51" fmla="*/ 2316658 h 2638554"/>
                    <a:gd name="csX52" fmla="*/ 1663992 w 6840854"/>
                    <a:gd name="csY52" fmla="*/ 2360432 h 2638554"/>
                    <a:gd name="csX53" fmla="*/ 1691383 w 6840854"/>
                    <a:gd name="csY53" fmla="*/ 2399791 h 2638554"/>
                    <a:gd name="csX54" fmla="*/ 1718773 w 6840854"/>
                    <a:gd name="csY54" fmla="*/ 2434892 h 2638554"/>
                    <a:gd name="csX55" fmla="*/ 1746164 w 6840854"/>
                    <a:gd name="csY55" fmla="*/ 2465946 h 2638554"/>
                    <a:gd name="csX56" fmla="*/ 1773555 w 6840854"/>
                    <a:gd name="csY56" fmla="*/ 2493202 h 2638554"/>
                    <a:gd name="csX57" fmla="*/ 1800946 w 6840854"/>
                    <a:gd name="csY57" fmla="*/ 2516939 h 2638554"/>
                    <a:gd name="csX58" fmla="*/ 1828337 w 6840854"/>
                    <a:gd name="csY58" fmla="*/ 2537452 h 2638554"/>
                    <a:gd name="csX59" fmla="*/ 1855727 w 6840854"/>
                    <a:gd name="csY59" fmla="*/ 2555045 h 2638554"/>
                    <a:gd name="csX60" fmla="*/ 1889966 w 6840854"/>
                    <a:gd name="csY60" fmla="*/ 2573390 h 2638554"/>
                    <a:gd name="csX61" fmla="*/ 1924204 w 6840854"/>
                    <a:gd name="csY61" fmla="*/ 2588217 h 2638554"/>
                    <a:gd name="csX62" fmla="*/ 1958443 w 6840854"/>
                    <a:gd name="csY62" fmla="*/ 2600062 h 2638554"/>
                    <a:gd name="csX63" fmla="*/ 1999529 w 6840854"/>
                    <a:gd name="csY63" fmla="*/ 2611030 h 2638554"/>
                    <a:gd name="csX64" fmla="*/ 2040615 w 6840854"/>
                    <a:gd name="csY64" fmla="*/ 2619162 h 2638554"/>
                    <a:gd name="csX65" fmla="*/ 2088549 w 6840854"/>
                    <a:gd name="csY65" fmla="*/ 2625907 h 2638554"/>
                    <a:gd name="csX66" fmla="*/ 2150179 w 6840854"/>
                    <a:gd name="csY66" fmla="*/ 2631466 h 2638554"/>
                    <a:gd name="csX67" fmla="*/ 2225504 w 6840854"/>
                    <a:gd name="csY67" fmla="*/ 2635109 h 2638554"/>
                    <a:gd name="csX68" fmla="*/ 2300828 w 6840854"/>
                    <a:gd name="csY68" fmla="*/ 2635907 h 2638554"/>
                    <a:gd name="csX69" fmla="*/ 2348762 w 6840854"/>
                    <a:gd name="csY69" fmla="*/ 2633645 h 2638554"/>
                    <a:gd name="csX70" fmla="*/ 2383001 w 6840854"/>
                    <a:gd name="csY70" fmla="*/ 2628903 h 2638554"/>
                    <a:gd name="csX71" fmla="*/ 2410392 w 6840854"/>
                    <a:gd name="csY71" fmla="*/ 2621619 h 2638554"/>
                    <a:gd name="csX72" fmla="*/ 2430935 w 6840854"/>
                    <a:gd name="csY72" fmla="*/ 2613026 h 2638554"/>
                    <a:gd name="csX73" fmla="*/ 2451478 w 6840854"/>
                    <a:gd name="csY73" fmla="*/ 2600717 h 2638554"/>
                    <a:gd name="csX74" fmla="*/ 2465173 w 6840854"/>
                    <a:gd name="csY74" fmla="*/ 2589900 h 2638554"/>
                    <a:gd name="csX75" fmla="*/ 2478869 w 6840854"/>
                    <a:gd name="csY75" fmla="*/ 2576567 h 2638554"/>
                    <a:gd name="csX76" fmla="*/ 2492564 w 6840854"/>
                    <a:gd name="csY76" fmla="*/ 2560331 h 2638554"/>
                    <a:gd name="csX77" fmla="*/ 2506259 w 6840854"/>
                    <a:gd name="csY77" fmla="*/ 2540797 h 2638554"/>
                    <a:gd name="csX78" fmla="*/ 2519955 w 6840854"/>
                    <a:gd name="csY78" fmla="*/ 2517582 h 2638554"/>
                    <a:gd name="csX79" fmla="*/ 2533650 w 6840854"/>
                    <a:gd name="csY79" fmla="*/ 2490329 h 2638554"/>
                    <a:gd name="csX80" fmla="*/ 2554193 w 6840854"/>
                    <a:gd name="csY80" fmla="*/ 2441233 h 2638554"/>
                    <a:gd name="csX81" fmla="*/ 2574736 w 6840854"/>
                    <a:gd name="csY81" fmla="*/ 2381711 h 2638554"/>
                    <a:gd name="csX82" fmla="*/ 2595279 w 6840854"/>
                    <a:gd name="csY82" fmla="*/ 2311672 h 2638554"/>
                    <a:gd name="csX83" fmla="*/ 2615823 w 6840854"/>
                    <a:gd name="csY83" fmla="*/ 2231801 h 2638554"/>
                    <a:gd name="csX84" fmla="*/ 2643213 w 6840854"/>
                    <a:gd name="csY84" fmla="*/ 2112911 h 2638554"/>
                    <a:gd name="csX85" fmla="*/ 2718538 w 6840854"/>
                    <a:gd name="csY85" fmla="*/ 1773219 h 2638554"/>
                    <a:gd name="csX86" fmla="*/ 2739081 w 6840854"/>
                    <a:gd name="csY86" fmla="*/ 1698006 h 2638554"/>
                    <a:gd name="csX87" fmla="*/ 2752777 w 6840854"/>
                    <a:gd name="csY87" fmla="*/ 1656643 h 2638554"/>
                    <a:gd name="csX88" fmla="*/ 2766472 w 6840854"/>
                    <a:gd name="csY88" fmla="*/ 1623682 h 2638554"/>
                    <a:gd name="csX89" fmla="*/ 2780167 w 6840854"/>
                    <a:gd name="csY89" fmla="*/ 1600072 h 2638554"/>
                    <a:gd name="csX90" fmla="*/ 2787015 w 6840854"/>
                    <a:gd name="csY90" fmla="*/ 1592002 h 2638554"/>
                    <a:gd name="csX91" fmla="*/ 2793863 w 6840854"/>
                    <a:gd name="csY91" fmla="*/ 1586509 h 2638554"/>
                    <a:gd name="csX92" fmla="*/ 2800711 w 6840854"/>
                    <a:gd name="csY92" fmla="*/ 1583632 h 2638554"/>
                    <a:gd name="csX93" fmla="*/ 2807558 w 6840854"/>
                    <a:gd name="csY93" fmla="*/ 1583395 h 2638554"/>
                    <a:gd name="csX94" fmla="*/ 2814406 w 6840854"/>
                    <a:gd name="csY94" fmla="*/ 1585798 h 2638554"/>
                    <a:gd name="csX95" fmla="*/ 2821254 w 6840854"/>
                    <a:gd name="csY95" fmla="*/ 1590823 h 2638554"/>
                    <a:gd name="csX96" fmla="*/ 2828101 w 6840854"/>
                    <a:gd name="csY96" fmla="*/ 1598433 h 2638554"/>
                    <a:gd name="csX97" fmla="*/ 2841797 w 6840854"/>
                    <a:gd name="csY97" fmla="*/ 1621164 h 2638554"/>
                    <a:gd name="csX98" fmla="*/ 2855492 w 6840854"/>
                    <a:gd name="csY98" fmla="*/ 1653320 h 2638554"/>
                    <a:gd name="csX99" fmla="*/ 2869188 w 6840854"/>
                    <a:gd name="csY99" fmla="*/ 1693973 h 2638554"/>
                    <a:gd name="csX100" fmla="*/ 2889731 w 6840854"/>
                    <a:gd name="csY100" fmla="*/ 1768335 h 2638554"/>
                    <a:gd name="csX101" fmla="*/ 2910274 w 6840854"/>
                    <a:gd name="csY101" fmla="*/ 1854716 h 2638554"/>
                    <a:gd name="csX102" fmla="*/ 2951360 w 6840854"/>
                    <a:gd name="csY102" fmla="*/ 2044204 h 2638554"/>
                    <a:gd name="csX103" fmla="*/ 2985598 w 6840854"/>
                    <a:gd name="csY103" fmla="*/ 2198037 h 2638554"/>
                    <a:gd name="csX104" fmla="*/ 3012989 w 6840854"/>
                    <a:gd name="csY104" fmla="*/ 2307188 h 2638554"/>
                    <a:gd name="csX105" fmla="*/ 3033532 w 6840854"/>
                    <a:gd name="csY105" fmla="*/ 2377857 h 2638554"/>
                    <a:gd name="csX106" fmla="*/ 3054075 w 6840854"/>
                    <a:gd name="csY106" fmla="*/ 2438032 h 2638554"/>
                    <a:gd name="csX107" fmla="*/ 3074619 w 6840854"/>
                    <a:gd name="csY107" fmla="*/ 2487762 h 2638554"/>
                    <a:gd name="csX108" fmla="*/ 3095162 w 6840854"/>
                    <a:gd name="csY108" fmla="*/ 2527692 h 2638554"/>
                    <a:gd name="csX109" fmla="*/ 3108857 w 6840854"/>
                    <a:gd name="csY109" fmla="*/ 2549376 h 2638554"/>
                    <a:gd name="csX110" fmla="*/ 3122553 w 6840854"/>
                    <a:gd name="csY110" fmla="*/ 2567537 h 2638554"/>
                    <a:gd name="csX111" fmla="*/ 3143096 w 6840854"/>
                    <a:gd name="csY111" fmla="*/ 2589032 h 2638554"/>
                    <a:gd name="csX112" fmla="*/ 3163639 w 6840854"/>
                    <a:gd name="csY112" fmla="*/ 2604799 h 2638554"/>
                    <a:gd name="csX113" fmla="*/ 3184182 w 6840854"/>
                    <a:gd name="csY113" fmla="*/ 2616068 h 2638554"/>
                    <a:gd name="csX114" fmla="*/ 3204725 w 6840854"/>
                    <a:gd name="csY114" fmla="*/ 2623919 h 2638554"/>
                    <a:gd name="csX115" fmla="*/ 3232116 w 6840854"/>
                    <a:gd name="csY115" fmla="*/ 2630599 h 2638554"/>
                    <a:gd name="csX116" fmla="*/ 3266354 w 6840854"/>
                    <a:gd name="csY116" fmla="*/ 2635068 h 2638554"/>
                    <a:gd name="csX117" fmla="*/ 3314288 w 6840854"/>
                    <a:gd name="csY117" fmla="*/ 2637602 h 2638554"/>
                    <a:gd name="csX118" fmla="*/ 3403308 w 6840854"/>
                    <a:gd name="csY118" fmla="*/ 2638555 h 2638554"/>
                    <a:gd name="csX119" fmla="*/ 3978516 w 6840854"/>
                    <a:gd name="csY119" fmla="*/ 2638368 h 2638554"/>
                    <a:gd name="csX120" fmla="*/ 4204490 w 6840854"/>
                    <a:gd name="csY120" fmla="*/ 2636435 h 2638554"/>
                    <a:gd name="csX121" fmla="*/ 4320901 w 6840854"/>
                    <a:gd name="csY121" fmla="*/ 2632733 h 2638554"/>
                    <a:gd name="csX122" fmla="*/ 4403073 w 6840854"/>
                    <a:gd name="csY122" fmla="*/ 2627300 h 2638554"/>
                    <a:gd name="csX123" fmla="*/ 4464702 w 6840854"/>
                    <a:gd name="csY123" fmla="*/ 2620583 h 2638554"/>
                    <a:gd name="csX124" fmla="*/ 4519484 w 6840854"/>
                    <a:gd name="csY124" fmla="*/ 2611805 h 2638554"/>
                    <a:gd name="csX125" fmla="*/ 4567418 w 6840854"/>
                    <a:gd name="csY125" fmla="*/ 2601193 h 2638554"/>
                    <a:gd name="csX126" fmla="*/ 4608504 w 6840854"/>
                    <a:gd name="csY126" fmla="*/ 2589307 h 2638554"/>
                    <a:gd name="csX127" fmla="*/ 4649590 w 6840854"/>
                    <a:gd name="csY127" fmla="*/ 2574245 h 2638554"/>
                    <a:gd name="csX128" fmla="*/ 4683829 w 6840854"/>
                    <a:gd name="csY128" fmla="*/ 2558800 h 2638554"/>
                    <a:gd name="csX129" fmla="*/ 4718067 w 6840854"/>
                    <a:gd name="csY129" fmla="*/ 2540283 h 2638554"/>
                    <a:gd name="csX130" fmla="*/ 4752306 w 6840854"/>
                    <a:gd name="csY130" fmla="*/ 2518245 h 2638554"/>
                    <a:gd name="csX131" fmla="*/ 4786544 w 6840854"/>
                    <a:gd name="csY131" fmla="*/ 2492210 h 2638554"/>
                    <a:gd name="csX132" fmla="*/ 4813935 w 6840854"/>
                    <a:gd name="csY132" fmla="*/ 2468172 h 2638554"/>
                    <a:gd name="csX133" fmla="*/ 4841326 w 6840854"/>
                    <a:gd name="csY133" fmla="*/ 2441001 h 2638554"/>
                    <a:gd name="csX134" fmla="*/ 4868717 w 6840854"/>
                    <a:gd name="csY134" fmla="*/ 2410436 h 2638554"/>
                    <a:gd name="csX135" fmla="*/ 4896108 w 6840854"/>
                    <a:gd name="csY135" fmla="*/ 2376225 h 2638554"/>
                    <a:gd name="csX136" fmla="*/ 4923498 w 6840854"/>
                    <a:gd name="csY136" fmla="*/ 2338120 h 2638554"/>
                    <a:gd name="csX137" fmla="*/ 4950889 w 6840854"/>
                    <a:gd name="csY137" fmla="*/ 2295891 h 2638554"/>
                    <a:gd name="csX138" fmla="*/ 4978280 w 6840854"/>
                    <a:gd name="csY138" fmla="*/ 2249328 h 2638554"/>
                    <a:gd name="csX139" fmla="*/ 5012518 w 6840854"/>
                    <a:gd name="csY139" fmla="*/ 2184759 h 2638554"/>
                    <a:gd name="csX140" fmla="*/ 5046757 w 6840854"/>
                    <a:gd name="csY140" fmla="*/ 2112863 h 2638554"/>
                    <a:gd name="csX141" fmla="*/ 5080996 w 6840854"/>
                    <a:gd name="csY141" fmla="*/ 2033471 h 2638554"/>
                    <a:gd name="csX142" fmla="*/ 5115234 w 6840854"/>
                    <a:gd name="csY142" fmla="*/ 1946543 h 2638554"/>
                    <a:gd name="csX143" fmla="*/ 5149473 w 6840854"/>
                    <a:gd name="csY143" fmla="*/ 1852188 h 2638554"/>
                    <a:gd name="csX144" fmla="*/ 5190559 w 6840854"/>
                    <a:gd name="csY144" fmla="*/ 1729559 h 2638554"/>
                    <a:gd name="csX145" fmla="*/ 5231645 w 6840854"/>
                    <a:gd name="csY145" fmla="*/ 1597468 h 2638554"/>
                    <a:gd name="csX146" fmla="*/ 5279579 w 6840854"/>
                    <a:gd name="csY146" fmla="*/ 1433066 h 2638554"/>
                    <a:gd name="csX147" fmla="*/ 5341208 w 6840854"/>
                    <a:gd name="csY147" fmla="*/ 1209628 h 2638554"/>
                    <a:gd name="csX148" fmla="*/ 5498705 w 6840854"/>
                    <a:gd name="csY148" fmla="*/ 630710 h 2638554"/>
                    <a:gd name="csX149" fmla="*/ 5539792 w 6840854"/>
                    <a:gd name="csY149" fmla="*/ 492834 h 2638554"/>
                    <a:gd name="csX150" fmla="*/ 5574030 w 6840854"/>
                    <a:gd name="csY150" fmla="*/ 386674 h 2638554"/>
                    <a:gd name="csX151" fmla="*/ 5608269 w 6840854"/>
                    <a:gd name="csY151" fmla="*/ 290370 h 2638554"/>
                    <a:gd name="csX152" fmla="*/ 5635660 w 6840854"/>
                    <a:gd name="csY152" fmla="*/ 221555 h 2638554"/>
                    <a:gd name="csX153" fmla="*/ 5663050 w 6840854"/>
                    <a:gd name="csY153" fmla="*/ 160914 h 2638554"/>
                    <a:gd name="csX154" fmla="*/ 5683593 w 6840854"/>
                    <a:gd name="csY154" fmla="*/ 121226 h 2638554"/>
                    <a:gd name="csX155" fmla="*/ 5704137 w 6840854"/>
                    <a:gd name="csY155" fmla="*/ 86800 h 2638554"/>
                    <a:gd name="csX156" fmla="*/ 5724680 w 6840854"/>
                    <a:gd name="csY156" fmla="*/ 57869 h 2638554"/>
                    <a:gd name="csX157" fmla="*/ 5745223 w 6840854"/>
                    <a:gd name="csY157" fmla="*/ 34628 h 2638554"/>
                    <a:gd name="csX158" fmla="*/ 5758918 w 6840854"/>
                    <a:gd name="csY158" fmla="*/ 22376 h 2638554"/>
                    <a:gd name="csX159" fmla="*/ 5772614 w 6840854"/>
                    <a:gd name="csY159" fmla="*/ 12761 h 2638554"/>
                    <a:gd name="csX160" fmla="*/ 5786309 w 6840854"/>
                    <a:gd name="csY160" fmla="*/ 5814 h 2638554"/>
                    <a:gd name="csX161" fmla="*/ 5800005 w 6840854"/>
                    <a:gd name="csY161" fmla="*/ 1556 h 2638554"/>
                    <a:gd name="csX162" fmla="*/ 5813700 w 6840854"/>
                    <a:gd name="csY162" fmla="*/ 0 h 2638554"/>
                    <a:gd name="csX163" fmla="*/ 5827395 w 6840854"/>
                    <a:gd name="csY163" fmla="*/ 1150 h 2638554"/>
                    <a:gd name="csX164" fmla="*/ 5841091 w 6840854"/>
                    <a:gd name="csY164" fmla="*/ 5004 h 2638554"/>
                    <a:gd name="csX165" fmla="*/ 5854786 w 6840854"/>
                    <a:gd name="csY165" fmla="*/ 11549 h 2638554"/>
                    <a:gd name="csX166" fmla="*/ 5868481 w 6840854"/>
                    <a:gd name="csY166" fmla="*/ 20765 h 2638554"/>
                    <a:gd name="csX167" fmla="*/ 5882177 w 6840854"/>
                    <a:gd name="csY167" fmla="*/ 32623 h 2638554"/>
                    <a:gd name="csX168" fmla="*/ 5902720 w 6840854"/>
                    <a:gd name="csY168" fmla="*/ 55286 h 2638554"/>
                    <a:gd name="csX169" fmla="*/ 5923263 w 6840854"/>
                    <a:gd name="csY169" fmla="*/ 83657 h 2638554"/>
                    <a:gd name="csX170" fmla="*/ 5943806 w 6840854"/>
                    <a:gd name="csY170" fmla="*/ 117542 h 2638554"/>
                    <a:gd name="csX171" fmla="*/ 5964349 w 6840854"/>
                    <a:gd name="csY171" fmla="*/ 156715 h 2638554"/>
                    <a:gd name="csX172" fmla="*/ 5991740 w 6840854"/>
                    <a:gd name="csY172" fmla="*/ 216714 h 2638554"/>
                    <a:gd name="csX173" fmla="*/ 6019131 w 6840854"/>
                    <a:gd name="csY173" fmla="*/ 284942 h 2638554"/>
                    <a:gd name="csX174" fmla="*/ 6046522 w 6840854"/>
                    <a:gd name="csY174" fmla="*/ 360617 h 2638554"/>
                    <a:gd name="csX175" fmla="*/ 6080760 w 6840854"/>
                    <a:gd name="csY175" fmla="*/ 464383 h 2638554"/>
                    <a:gd name="csX176" fmla="*/ 6121847 w 6840854"/>
                    <a:gd name="csY176" fmla="*/ 600012 h 2638554"/>
                    <a:gd name="csX177" fmla="*/ 6169780 w 6840854"/>
                    <a:gd name="csY177" fmla="*/ 769533 h 2638554"/>
                    <a:gd name="csX178" fmla="*/ 6245105 w 6840854"/>
                    <a:gd name="csY178" fmla="*/ 1048788 h 2638554"/>
                    <a:gd name="csX179" fmla="*/ 6334125 w 6840854"/>
                    <a:gd name="csY179" fmla="*/ 1377037 h 2638554"/>
                    <a:gd name="csX180" fmla="*/ 6388907 w 6840854"/>
                    <a:gd name="csY180" fmla="*/ 1567713 h 2638554"/>
                    <a:gd name="csX181" fmla="*/ 6429993 w 6840854"/>
                    <a:gd name="csY181" fmla="*/ 1701706 h 2638554"/>
                    <a:gd name="csX182" fmla="*/ 6471079 w 6840854"/>
                    <a:gd name="csY182" fmla="*/ 1826469 h 2638554"/>
                    <a:gd name="csX183" fmla="*/ 6505318 w 6840854"/>
                    <a:gd name="csY183" fmla="*/ 1922717 h 2638554"/>
                    <a:gd name="csX184" fmla="*/ 6539556 w 6840854"/>
                    <a:gd name="csY184" fmla="*/ 2011593 h 2638554"/>
                    <a:gd name="csX185" fmla="*/ 6573794 w 6840854"/>
                    <a:gd name="csY185" fmla="*/ 2092946 h 2638554"/>
                    <a:gd name="csX186" fmla="*/ 6608033 w 6840854"/>
                    <a:gd name="csY186" fmla="*/ 2166780 h 2638554"/>
                    <a:gd name="csX187" fmla="*/ 6642272 w 6840854"/>
                    <a:gd name="csY187" fmla="*/ 2233231 h 2638554"/>
                    <a:gd name="csX188" fmla="*/ 6676511 w 6840854"/>
                    <a:gd name="csY188" fmla="*/ 2292551 h 2638554"/>
                    <a:gd name="csX189" fmla="*/ 6710749 w 6840854"/>
                    <a:gd name="csY189" fmla="*/ 2345079 h 2638554"/>
                    <a:gd name="csX190" fmla="*/ 6738140 w 6840854"/>
                    <a:gd name="csY190" fmla="*/ 2382486 h 2638554"/>
                    <a:gd name="csX191" fmla="*/ 6765531 w 6840854"/>
                    <a:gd name="csY191" fmla="*/ 2416041 h 2638554"/>
                    <a:gd name="csX192" fmla="*/ 6792921 w 6840854"/>
                    <a:gd name="csY192" fmla="*/ 2445993 h 2638554"/>
                    <a:gd name="csX193" fmla="*/ 6827160 w 6840854"/>
                    <a:gd name="csY193" fmla="*/ 2478756 h 2638554"/>
                    <a:gd name="csX194" fmla="*/ 6840855 w 6840854"/>
                    <a:gd name="csY194" fmla="*/ 2490510 h 2638554"/>
                    <a:gd name="csX195" fmla="*/ 6840855 w 6840854"/>
                    <a:gd name="csY195" fmla="*/ 2490510 h 263855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  <a:cxn ang="0">
                      <a:pos x="csX110" y="csY110"/>
                    </a:cxn>
                    <a:cxn ang="0">
                      <a:pos x="csX111" y="csY111"/>
                    </a:cxn>
                    <a:cxn ang="0">
                      <a:pos x="csX112" y="csY112"/>
                    </a:cxn>
                    <a:cxn ang="0">
                      <a:pos x="csX113" y="csY113"/>
                    </a:cxn>
                    <a:cxn ang="0">
                      <a:pos x="csX114" y="csY114"/>
                    </a:cxn>
                    <a:cxn ang="0">
                      <a:pos x="csX115" y="csY115"/>
                    </a:cxn>
                    <a:cxn ang="0">
                      <a:pos x="csX116" y="csY116"/>
                    </a:cxn>
                    <a:cxn ang="0">
                      <a:pos x="csX117" y="csY117"/>
                    </a:cxn>
                    <a:cxn ang="0">
                      <a:pos x="csX118" y="csY118"/>
                    </a:cxn>
                    <a:cxn ang="0">
                      <a:pos x="csX119" y="csY119"/>
                    </a:cxn>
                    <a:cxn ang="0">
                      <a:pos x="csX120" y="csY120"/>
                    </a:cxn>
                    <a:cxn ang="0">
                      <a:pos x="csX121" y="csY121"/>
                    </a:cxn>
                    <a:cxn ang="0">
                      <a:pos x="csX122" y="csY122"/>
                    </a:cxn>
                    <a:cxn ang="0">
                      <a:pos x="csX123" y="csY123"/>
                    </a:cxn>
                    <a:cxn ang="0">
                      <a:pos x="csX124" y="csY124"/>
                    </a:cxn>
                    <a:cxn ang="0">
                      <a:pos x="csX125" y="csY125"/>
                    </a:cxn>
                    <a:cxn ang="0">
                      <a:pos x="csX126" y="csY126"/>
                    </a:cxn>
                    <a:cxn ang="0">
                      <a:pos x="csX127" y="csY127"/>
                    </a:cxn>
                    <a:cxn ang="0">
                      <a:pos x="csX128" y="csY128"/>
                    </a:cxn>
                    <a:cxn ang="0">
                      <a:pos x="csX129" y="csY129"/>
                    </a:cxn>
                    <a:cxn ang="0">
                      <a:pos x="csX130" y="csY130"/>
                    </a:cxn>
                    <a:cxn ang="0">
                      <a:pos x="csX131" y="csY131"/>
                    </a:cxn>
                    <a:cxn ang="0">
                      <a:pos x="csX132" y="csY132"/>
                    </a:cxn>
                    <a:cxn ang="0">
                      <a:pos x="csX133" y="csY133"/>
                    </a:cxn>
                    <a:cxn ang="0">
                      <a:pos x="csX134" y="csY134"/>
                    </a:cxn>
                    <a:cxn ang="0">
                      <a:pos x="csX135" y="csY135"/>
                    </a:cxn>
                    <a:cxn ang="0">
                      <a:pos x="csX136" y="csY136"/>
                    </a:cxn>
                    <a:cxn ang="0">
                      <a:pos x="csX137" y="csY137"/>
                    </a:cxn>
                    <a:cxn ang="0">
                      <a:pos x="csX138" y="csY138"/>
                    </a:cxn>
                    <a:cxn ang="0">
                      <a:pos x="csX139" y="csY139"/>
                    </a:cxn>
                    <a:cxn ang="0">
                      <a:pos x="csX140" y="csY140"/>
                    </a:cxn>
                    <a:cxn ang="0">
                      <a:pos x="csX141" y="csY141"/>
                    </a:cxn>
                    <a:cxn ang="0">
                      <a:pos x="csX142" y="csY142"/>
                    </a:cxn>
                    <a:cxn ang="0">
                      <a:pos x="csX143" y="csY143"/>
                    </a:cxn>
                    <a:cxn ang="0">
                      <a:pos x="csX144" y="csY144"/>
                    </a:cxn>
                    <a:cxn ang="0">
                      <a:pos x="csX145" y="csY145"/>
                    </a:cxn>
                    <a:cxn ang="0">
                      <a:pos x="csX146" y="csY146"/>
                    </a:cxn>
                    <a:cxn ang="0">
                      <a:pos x="csX147" y="csY147"/>
                    </a:cxn>
                    <a:cxn ang="0">
                      <a:pos x="csX148" y="csY148"/>
                    </a:cxn>
                    <a:cxn ang="0">
                      <a:pos x="csX149" y="csY149"/>
                    </a:cxn>
                    <a:cxn ang="0">
                      <a:pos x="csX150" y="csY150"/>
                    </a:cxn>
                    <a:cxn ang="0">
                      <a:pos x="csX151" y="csY151"/>
                    </a:cxn>
                    <a:cxn ang="0">
                      <a:pos x="csX152" y="csY152"/>
                    </a:cxn>
                    <a:cxn ang="0">
                      <a:pos x="csX153" y="csY153"/>
                    </a:cxn>
                    <a:cxn ang="0">
                      <a:pos x="csX154" y="csY154"/>
                    </a:cxn>
                    <a:cxn ang="0">
                      <a:pos x="csX155" y="csY155"/>
                    </a:cxn>
                    <a:cxn ang="0">
                      <a:pos x="csX156" y="csY156"/>
                    </a:cxn>
                    <a:cxn ang="0">
                      <a:pos x="csX157" y="csY157"/>
                    </a:cxn>
                    <a:cxn ang="0">
                      <a:pos x="csX158" y="csY158"/>
                    </a:cxn>
                    <a:cxn ang="0">
                      <a:pos x="csX159" y="csY159"/>
                    </a:cxn>
                    <a:cxn ang="0">
                      <a:pos x="csX160" y="csY160"/>
                    </a:cxn>
                    <a:cxn ang="0">
                      <a:pos x="csX161" y="csY161"/>
                    </a:cxn>
                    <a:cxn ang="0">
                      <a:pos x="csX162" y="csY162"/>
                    </a:cxn>
                    <a:cxn ang="0">
                      <a:pos x="csX163" y="csY163"/>
                    </a:cxn>
                    <a:cxn ang="0">
                      <a:pos x="csX164" y="csY164"/>
                    </a:cxn>
                    <a:cxn ang="0">
                      <a:pos x="csX165" y="csY165"/>
                    </a:cxn>
                    <a:cxn ang="0">
                      <a:pos x="csX166" y="csY166"/>
                    </a:cxn>
                    <a:cxn ang="0">
                      <a:pos x="csX167" y="csY167"/>
                    </a:cxn>
                    <a:cxn ang="0">
                      <a:pos x="csX168" y="csY168"/>
                    </a:cxn>
                    <a:cxn ang="0">
                      <a:pos x="csX169" y="csY169"/>
                    </a:cxn>
                    <a:cxn ang="0">
                      <a:pos x="csX170" y="csY170"/>
                    </a:cxn>
                    <a:cxn ang="0">
                      <a:pos x="csX171" y="csY171"/>
                    </a:cxn>
                    <a:cxn ang="0">
                      <a:pos x="csX172" y="csY172"/>
                    </a:cxn>
                    <a:cxn ang="0">
                      <a:pos x="csX173" y="csY173"/>
                    </a:cxn>
                    <a:cxn ang="0">
                      <a:pos x="csX174" y="csY174"/>
                    </a:cxn>
                    <a:cxn ang="0">
                      <a:pos x="csX175" y="csY175"/>
                    </a:cxn>
                    <a:cxn ang="0">
                      <a:pos x="csX176" y="csY176"/>
                    </a:cxn>
                    <a:cxn ang="0">
                      <a:pos x="csX177" y="csY177"/>
                    </a:cxn>
                    <a:cxn ang="0">
                      <a:pos x="csX178" y="csY178"/>
                    </a:cxn>
                    <a:cxn ang="0">
                      <a:pos x="csX179" y="csY179"/>
                    </a:cxn>
                    <a:cxn ang="0">
                      <a:pos x="csX180" y="csY180"/>
                    </a:cxn>
                    <a:cxn ang="0">
                      <a:pos x="csX181" y="csY181"/>
                    </a:cxn>
                    <a:cxn ang="0">
                      <a:pos x="csX182" y="csY182"/>
                    </a:cxn>
                    <a:cxn ang="0">
                      <a:pos x="csX183" y="csY183"/>
                    </a:cxn>
                    <a:cxn ang="0">
                      <a:pos x="csX184" y="csY184"/>
                    </a:cxn>
                    <a:cxn ang="0">
                      <a:pos x="csX185" y="csY185"/>
                    </a:cxn>
                    <a:cxn ang="0">
                      <a:pos x="csX186" y="csY186"/>
                    </a:cxn>
                    <a:cxn ang="0">
                      <a:pos x="csX187" y="csY187"/>
                    </a:cxn>
                    <a:cxn ang="0">
                      <a:pos x="csX188" y="csY188"/>
                    </a:cxn>
                    <a:cxn ang="0">
                      <a:pos x="csX189" y="csY189"/>
                    </a:cxn>
                    <a:cxn ang="0">
                      <a:pos x="csX190" y="csY190"/>
                    </a:cxn>
                    <a:cxn ang="0">
                      <a:pos x="csX191" y="csY191"/>
                    </a:cxn>
                    <a:cxn ang="0">
                      <a:pos x="csX192" y="csY192"/>
                    </a:cxn>
                    <a:cxn ang="0">
                      <a:pos x="csX193" y="csY193"/>
                    </a:cxn>
                    <a:cxn ang="0">
                      <a:pos x="csX194" y="csY194"/>
                    </a:cxn>
                    <a:cxn ang="0">
                      <a:pos x="csX195" y="csY195"/>
                    </a:cxn>
                  </a:cxnLst>
                  <a:rect l="l" t="t" r="r" b="b"/>
                  <a:pathLst>
                    <a:path w="6840854" h="2638554" extrusionOk="0">
                      <a:moveTo>
                        <a:pt x="0" y="2621041"/>
                      </a:moveTo>
                      <a:cubicBezTo>
                        <a:pt x="14754" y="2617490"/>
                        <a:pt x="27706" y="2621536"/>
                        <a:pt x="47934" y="2612112"/>
                      </a:cubicBezTo>
                      <a:cubicBezTo>
                        <a:pt x="55992" y="2606022"/>
                        <a:pt x="80497" y="2604285"/>
                        <a:pt x="89020" y="2601511"/>
                      </a:cubicBezTo>
                      <a:cubicBezTo>
                        <a:pt x="96331" y="2596195"/>
                        <a:pt x="114148" y="2594715"/>
                        <a:pt x="123259" y="2590043"/>
                      </a:cubicBezTo>
                      <a:cubicBezTo>
                        <a:pt x="133756" y="2582405"/>
                        <a:pt x="144602" y="2585658"/>
                        <a:pt x="157497" y="2575665"/>
                      </a:cubicBezTo>
                      <a:cubicBezTo>
                        <a:pt x="164835" y="2567026"/>
                        <a:pt x="177958" y="2568596"/>
                        <a:pt x="191736" y="2557847"/>
                      </a:cubicBezTo>
                      <a:cubicBezTo>
                        <a:pt x="201449" y="2550713"/>
                        <a:pt x="212699" y="2548414"/>
                        <a:pt x="219126" y="2540733"/>
                      </a:cubicBezTo>
                      <a:cubicBezTo>
                        <a:pt x="230014" y="2531073"/>
                        <a:pt x="237046" y="2528744"/>
                        <a:pt x="246517" y="2520753"/>
                      </a:cubicBezTo>
                      <a:cubicBezTo>
                        <a:pt x="252041" y="2510645"/>
                        <a:pt x="268680" y="2503961"/>
                        <a:pt x="273908" y="2497602"/>
                      </a:cubicBezTo>
                      <a:cubicBezTo>
                        <a:pt x="283193" y="2483527"/>
                        <a:pt x="294396" y="2479300"/>
                        <a:pt x="301299" y="2470982"/>
                      </a:cubicBezTo>
                      <a:cubicBezTo>
                        <a:pt x="313777" y="2454993"/>
                        <a:pt x="322500" y="2447961"/>
                        <a:pt x="328690" y="2440612"/>
                      </a:cubicBezTo>
                      <a:cubicBezTo>
                        <a:pt x="337985" y="2428259"/>
                        <a:pt x="349575" y="2418483"/>
                        <a:pt x="356081" y="2406236"/>
                      </a:cubicBezTo>
                      <a:cubicBezTo>
                        <a:pt x="365921" y="2386564"/>
                        <a:pt x="380556" y="2379757"/>
                        <a:pt x="383471" y="2367635"/>
                      </a:cubicBezTo>
                      <a:cubicBezTo>
                        <a:pt x="392636" y="2345156"/>
                        <a:pt x="407809" y="2340105"/>
                        <a:pt x="410862" y="2324642"/>
                      </a:cubicBezTo>
                      <a:cubicBezTo>
                        <a:pt x="416378" y="2308503"/>
                        <a:pt x="433481" y="2297603"/>
                        <a:pt x="438253" y="2277153"/>
                      </a:cubicBezTo>
                      <a:cubicBezTo>
                        <a:pt x="442162" y="2260910"/>
                        <a:pt x="459064" y="2243314"/>
                        <a:pt x="472491" y="2211439"/>
                      </a:cubicBezTo>
                      <a:cubicBezTo>
                        <a:pt x="480373" y="2190352"/>
                        <a:pt x="498846" y="2160071"/>
                        <a:pt x="506730" y="2138812"/>
                      </a:cubicBezTo>
                      <a:cubicBezTo>
                        <a:pt x="517681" y="2102029"/>
                        <a:pt x="531370" y="2086098"/>
                        <a:pt x="540969" y="2059667"/>
                      </a:cubicBezTo>
                      <a:cubicBezTo>
                        <a:pt x="556860" y="2012523"/>
                        <a:pt x="578676" y="1988990"/>
                        <a:pt x="582055" y="1957057"/>
                      </a:cubicBezTo>
                      <a:cubicBezTo>
                        <a:pt x="592779" y="1899994"/>
                        <a:pt x="628418" y="1858727"/>
                        <a:pt x="629989" y="1829040"/>
                      </a:cubicBezTo>
                      <a:cubicBezTo>
                        <a:pt x="641651" y="1726669"/>
                        <a:pt x="748130" y="1547924"/>
                        <a:pt x="794334" y="1380264"/>
                      </a:cubicBezTo>
                      <a:cubicBezTo>
                        <a:pt x="804190" y="1352928"/>
                        <a:pt x="826624" y="1326356"/>
                        <a:pt x="828572" y="1298670"/>
                      </a:cubicBezTo>
                      <a:cubicBezTo>
                        <a:pt x="837604" y="1267506"/>
                        <a:pt x="847979" y="1260063"/>
                        <a:pt x="855963" y="1239731"/>
                      </a:cubicBezTo>
                      <a:cubicBezTo>
                        <a:pt x="863202" y="1222329"/>
                        <a:pt x="878526" y="1201881"/>
                        <a:pt x="883354" y="1187535"/>
                      </a:cubicBezTo>
                      <a:cubicBezTo>
                        <a:pt x="890384" y="1175479"/>
                        <a:pt x="899185" y="1166479"/>
                        <a:pt x="903897" y="1153377"/>
                      </a:cubicBezTo>
                      <a:cubicBezTo>
                        <a:pt x="906141" y="1145259"/>
                        <a:pt x="917424" y="1136896"/>
                        <a:pt x="924440" y="1123889"/>
                      </a:cubicBezTo>
                      <a:cubicBezTo>
                        <a:pt x="928587" y="1117636"/>
                        <a:pt x="939705" y="1110912"/>
                        <a:pt x="944983" y="1099378"/>
                      </a:cubicBezTo>
                      <a:cubicBezTo>
                        <a:pt x="950777" y="1090625"/>
                        <a:pt x="958036" y="1091185"/>
                        <a:pt x="965526" y="1080102"/>
                      </a:cubicBezTo>
                      <a:cubicBezTo>
                        <a:pt x="970907" y="1075731"/>
                        <a:pt x="975106" y="1075334"/>
                        <a:pt x="979222" y="1070265"/>
                      </a:cubicBezTo>
                      <a:cubicBezTo>
                        <a:pt x="984971" y="1065832"/>
                        <a:pt x="990202" y="1066067"/>
                        <a:pt x="992917" y="1062893"/>
                      </a:cubicBezTo>
                      <a:cubicBezTo>
                        <a:pt x="995761" y="1061789"/>
                        <a:pt x="1002183" y="1060681"/>
                        <a:pt x="1006612" y="1058022"/>
                      </a:cubicBezTo>
                      <a:cubicBezTo>
                        <a:pt x="1009717" y="1056213"/>
                        <a:pt x="1015142" y="1057369"/>
                        <a:pt x="1020308" y="1055676"/>
                      </a:cubicBezTo>
                      <a:cubicBezTo>
                        <a:pt x="1025680" y="1054141"/>
                        <a:pt x="1031167" y="1056895"/>
                        <a:pt x="1034003" y="1055867"/>
                      </a:cubicBezTo>
                      <a:cubicBezTo>
                        <a:pt x="1040702" y="1055730"/>
                        <a:pt x="1043801" y="1059158"/>
                        <a:pt x="1047699" y="1058592"/>
                      </a:cubicBezTo>
                      <a:cubicBezTo>
                        <a:pt x="1051284" y="1059226"/>
                        <a:pt x="1054527" y="1061428"/>
                        <a:pt x="1061394" y="1063840"/>
                      </a:cubicBezTo>
                      <a:cubicBezTo>
                        <a:pt x="1068045" y="1065499"/>
                        <a:pt x="1071420" y="1071575"/>
                        <a:pt x="1075089" y="1071584"/>
                      </a:cubicBezTo>
                      <a:cubicBezTo>
                        <a:pt x="1079667" y="1074345"/>
                        <a:pt x="1084211" y="1080914"/>
                        <a:pt x="1088785" y="1081788"/>
                      </a:cubicBezTo>
                      <a:cubicBezTo>
                        <a:pt x="1095943" y="1084368"/>
                        <a:pt x="1100254" y="1095511"/>
                        <a:pt x="1109328" y="1101598"/>
                      </a:cubicBezTo>
                      <a:cubicBezTo>
                        <a:pt x="1118912" y="1109243"/>
                        <a:pt x="1124358" y="1121576"/>
                        <a:pt x="1129871" y="1126618"/>
                      </a:cubicBezTo>
                      <a:cubicBezTo>
                        <a:pt x="1139655" y="1136412"/>
                        <a:pt x="1142848" y="1149256"/>
                        <a:pt x="1150414" y="1156588"/>
                      </a:cubicBezTo>
                      <a:cubicBezTo>
                        <a:pt x="1159666" y="1169023"/>
                        <a:pt x="1160181" y="1179207"/>
                        <a:pt x="1170957" y="1191194"/>
                      </a:cubicBezTo>
                      <a:cubicBezTo>
                        <a:pt x="1179128" y="1206736"/>
                        <a:pt x="1184069" y="1226249"/>
                        <a:pt x="1198348" y="1243930"/>
                      </a:cubicBezTo>
                      <a:cubicBezTo>
                        <a:pt x="1212124" y="1263241"/>
                        <a:pt x="1214473" y="1290963"/>
                        <a:pt x="1225739" y="1303335"/>
                      </a:cubicBezTo>
                      <a:cubicBezTo>
                        <a:pt x="1241728" y="1339565"/>
                        <a:pt x="1242654" y="1368683"/>
                        <a:pt x="1259977" y="1385398"/>
                      </a:cubicBezTo>
                      <a:cubicBezTo>
                        <a:pt x="1281517" y="1426187"/>
                        <a:pt x="1286754" y="1471144"/>
                        <a:pt x="1301064" y="1492504"/>
                      </a:cubicBezTo>
                      <a:cubicBezTo>
                        <a:pt x="1339711" y="1539304"/>
                        <a:pt x="1325722" y="1623605"/>
                        <a:pt x="1362693" y="1663003"/>
                      </a:cubicBezTo>
                      <a:cubicBezTo>
                        <a:pt x="1403882" y="1701209"/>
                        <a:pt x="1414493" y="1829703"/>
                        <a:pt x="1444865" y="1890310"/>
                      </a:cubicBezTo>
                      <a:cubicBezTo>
                        <a:pt x="1466128" y="1910893"/>
                        <a:pt x="1469880" y="1963868"/>
                        <a:pt x="1492799" y="2014444"/>
                      </a:cubicBezTo>
                      <a:cubicBezTo>
                        <a:pt x="1511087" y="2054943"/>
                        <a:pt x="1515859" y="2069591"/>
                        <a:pt x="1533885" y="2112606"/>
                      </a:cubicBezTo>
                      <a:cubicBezTo>
                        <a:pt x="1543472" y="2127430"/>
                        <a:pt x="1547157" y="2161946"/>
                        <a:pt x="1568124" y="2187507"/>
                      </a:cubicBezTo>
                      <a:cubicBezTo>
                        <a:pt x="1583315" y="2204893"/>
                        <a:pt x="1589851" y="2236011"/>
                        <a:pt x="1602362" y="2255600"/>
                      </a:cubicBezTo>
                      <a:cubicBezTo>
                        <a:pt x="1614956" y="2277348"/>
                        <a:pt x="1616280" y="2295769"/>
                        <a:pt x="1636601" y="2316658"/>
                      </a:cubicBezTo>
                      <a:cubicBezTo>
                        <a:pt x="1651235" y="2329271"/>
                        <a:pt x="1649546" y="2348654"/>
                        <a:pt x="1663992" y="2360432"/>
                      </a:cubicBezTo>
                      <a:cubicBezTo>
                        <a:pt x="1672300" y="2371258"/>
                        <a:pt x="1674520" y="2383551"/>
                        <a:pt x="1691383" y="2399791"/>
                      </a:cubicBezTo>
                      <a:cubicBezTo>
                        <a:pt x="1702609" y="2409907"/>
                        <a:pt x="1706664" y="2424060"/>
                        <a:pt x="1718773" y="2434892"/>
                      </a:cubicBezTo>
                      <a:cubicBezTo>
                        <a:pt x="1732315" y="2445269"/>
                        <a:pt x="1736693" y="2456492"/>
                        <a:pt x="1746164" y="2465946"/>
                      </a:cubicBezTo>
                      <a:cubicBezTo>
                        <a:pt x="1758051" y="2477542"/>
                        <a:pt x="1763943" y="2484133"/>
                        <a:pt x="1773555" y="2493202"/>
                      </a:cubicBezTo>
                      <a:cubicBezTo>
                        <a:pt x="1785658" y="2498151"/>
                        <a:pt x="1790211" y="2512091"/>
                        <a:pt x="1800946" y="2516939"/>
                      </a:cubicBezTo>
                      <a:cubicBezTo>
                        <a:pt x="1808934" y="2519036"/>
                        <a:pt x="1821319" y="2534144"/>
                        <a:pt x="1828337" y="2537452"/>
                      </a:cubicBezTo>
                      <a:cubicBezTo>
                        <a:pt x="1842019" y="2545523"/>
                        <a:pt x="1843132" y="2550864"/>
                        <a:pt x="1855727" y="2555045"/>
                      </a:cubicBezTo>
                      <a:cubicBezTo>
                        <a:pt x="1871528" y="2558455"/>
                        <a:pt x="1874096" y="2567454"/>
                        <a:pt x="1889966" y="2573390"/>
                      </a:cubicBezTo>
                      <a:cubicBezTo>
                        <a:pt x="1900194" y="2573706"/>
                        <a:pt x="1907735" y="2585643"/>
                        <a:pt x="1924204" y="2588217"/>
                      </a:cubicBezTo>
                      <a:cubicBezTo>
                        <a:pt x="1933952" y="2589803"/>
                        <a:pt x="1944385" y="2597462"/>
                        <a:pt x="1958443" y="2600062"/>
                      </a:cubicBezTo>
                      <a:cubicBezTo>
                        <a:pt x="1979765" y="2602354"/>
                        <a:pt x="1984582" y="2610087"/>
                        <a:pt x="1999529" y="2611030"/>
                      </a:cubicBezTo>
                      <a:cubicBezTo>
                        <a:pt x="2020592" y="2611884"/>
                        <a:pt x="2025187" y="2618011"/>
                        <a:pt x="2040615" y="2619162"/>
                      </a:cubicBezTo>
                      <a:cubicBezTo>
                        <a:pt x="2059834" y="2621038"/>
                        <a:pt x="2064050" y="2626500"/>
                        <a:pt x="2088549" y="2625907"/>
                      </a:cubicBezTo>
                      <a:cubicBezTo>
                        <a:pt x="2117913" y="2625052"/>
                        <a:pt x="2131589" y="2635249"/>
                        <a:pt x="2150179" y="2631466"/>
                      </a:cubicBezTo>
                      <a:cubicBezTo>
                        <a:pt x="2184518" y="2630261"/>
                        <a:pt x="2196857" y="2637621"/>
                        <a:pt x="2225504" y="2635109"/>
                      </a:cubicBezTo>
                      <a:cubicBezTo>
                        <a:pt x="2247608" y="2629565"/>
                        <a:pt x="2278046" y="2636795"/>
                        <a:pt x="2300828" y="2635907"/>
                      </a:cubicBezTo>
                      <a:cubicBezTo>
                        <a:pt x="2310811" y="2630034"/>
                        <a:pt x="2328694" y="2638993"/>
                        <a:pt x="2348762" y="2633645"/>
                      </a:cubicBezTo>
                      <a:cubicBezTo>
                        <a:pt x="2357638" y="2629517"/>
                        <a:pt x="2366254" y="2633404"/>
                        <a:pt x="2383001" y="2628903"/>
                      </a:cubicBezTo>
                      <a:cubicBezTo>
                        <a:pt x="2393447" y="2624837"/>
                        <a:pt x="2399253" y="2627732"/>
                        <a:pt x="2410392" y="2621619"/>
                      </a:cubicBezTo>
                      <a:cubicBezTo>
                        <a:pt x="2415524" y="2616794"/>
                        <a:pt x="2425873" y="2616569"/>
                        <a:pt x="2430935" y="2613026"/>
                      </a:cubicBezTo>
                      <a:cubicBezTo>
                        <a:pt x="2434885" y="2610046"/>
                        <a:pt x="2444831" y="2604786"/>
                        <a:pt x="2451478" y="2600717"/>
                      </a:cubicBezTo>
                      <a:cubicBezTo>
                        <a:pt x="2453567" y="2597239"/>
                        <a:pt x="2462688" y="2593799"/>
                        <a:pt x="2465173" y="2589900"/>
                      </a:cubicBezTo>
                      <a:cubicBezTo>
                        <a:pt x="2469210" y="2584794"/>
                        <a:pt x="2476481" y="2581293"/>
                        <a:pt x="2478869" y="2576567"/>
                      </a:cubicBezTo>
                      <a:cubicBezTo>
                        <a:pt x="2483798" y="2570070"/>
                        <a:pt x="2490521" y="2564451"/>
                        <a:pt x="2492564" y="2560331"/>
                      </a:cubicBezTo>
                      <a:cubicBezTo>
                        <a:pt x="2496205" y="2553116"/>
                        <a:pt x="2503655" y="2548352"/>
                        <a:pt x="2506259" y="2540797"/>
                      </a:cubicBezTo>
                      <a:cubicBezTo>
                        <a:pt x="2510774" y="2529693"/>
                        <a:pt x="2516416" y="2528975"/>
                        <a:pt x="2519955" y="2517582"/>
                      </a:cubicBezTo>
                      <a:cubicBezTo>
                        <a:pt x="2525788" y="2505538"/>
                        <a:pt x="2527096" y="2503421"/>
                        <a:pt x="2533650" y="2490329"/>
                      </a:cubicBezTo>
                      <a:cubicBezTo>
                        <a:pt x="2540960" y="2468903"/>
                        <a:pt x="2554484" y="2456653"/>
                        <a:pt x="2554193" y="2441233"/>
                      </a:cubicBezTo>
                      <a:cubicBezTo>
                        <a:pt x="2560959" y="2412596"/>
                        <a:pt x="2572099" y="2401741"/>
                        <a:pt x="2574736" y="2381711"/>
                      </a:cubicBezTo>
                      <a:cubicBezTo>
                        <a:pt x="2576904" y="2359790"/>
                        <a:pt x="2595993" y="2335785"/>
                        <a:pt x="2595279" y="2311672"/>
                      </a:cubicBezTo>
                      <a:cubicBezTo>
                        <a:pt x="2600524" y="2287557"/>
                        <a:pt x="2612284" y="2260639"/>
                        <a:pt x="2615823" y="2231801"/>
                      </a:cubicBezTo>
                      <a:cubicBezTo>
                        <a:pt x="2626754" y="2175670"/>
                        <a:pt x="2646671" y="2148051"/>
                        <a:pt x="2643213" y="2112911"/>
                      </a:cubicBezTo>
                      <a:cubicBezTo>
                        <a:pt x="2659657" y="2023659"/>
                        <a:pt x="2716977" y="1927862"/>
                        <a:pt x="2718538" y="1773219"/>
                      </a:cubicBezTo>
                      <a:cubicBezTo>
                        <a:pt x="2722219" y="1745472"/>
                        <a:pt x="2733711" y="1721810"/>
                        <a:pt x="2739081" y="1698006"/>
                      </a:cubicBezTo>
                      <a:cubicBezTo>
                        <a:pt x="2739951" y="1678872"/>
                        <a:pt x="2750450" y="1670237"/>
                        <a:pt x="2752777" y="1656643"/>
                      </a:cubicBezTo>
                      <a:cubicBezTo>
                        <a:pt x="2752810" y="1645551"/>
                        <a:pt x="2765093" y="1633246"/>
                        <a:pt x="2766472" y="1623682"/>
                      </a:cubicBezTo>
                      <a:cubicBezTo>
                        <a:pt x="2772537" y="1612725"/>
                        <a:pt x="2776947" y="1611234"/>
                        <a:pt x="2780167" y="1600072"/>
                      </a:cubicBezTo>
                      <a:cubicBezTo>
                        <a:pt x="2782159" y="1596566"/>
                        <a:pt x="2784110" y="1595458"/>
                        <a:pt x="2787015" y="1592002"/>
                      </a:cubicBezTo>
                      <a:cubicBezTo>
                        <a:pt x="2789721" y="1588965"/>
                        <a:pt x="2792908" y="1588261"/>
                        <a:pt x="2793863" y="1586509"/>
                      </a:cubicBezTo>
                      <a:cubicBezTo>
                        <a:pt x="2795660" y="1585332"/>
                        <a:pt x="2797569" y="1585585"/>
                        <a:pt x="2800711" y="1583632"/>
                      </a:cubicBezTo>
                      <a:cubicBezTo>
                        <a:pt x="2803042" y="1582729"/>
                        <a:pt x="2805212" y="1583839"/>
                        <a:pt x="2807558" y="1583395"/>
                      </a:cubicBezTo>
                      <a:cubicBezTo>
                        <a:pt x="2810353" y="1584268"/>
                        <a:pt x="2811158" y="1585164"/>
                        <a:pt x="2814406" y="1585798"/>
                      </a:cubicBezTo>
                      <a:cubicBezTo>
                        <a:pt x="2817655" y="1587306"/>
                        <a:pt x="2819114" y="1590363"/>
                        <a:pt x="2821254" y="1590823"/>
                      </a:cubicBezTo>
                      <a:cubicBezTo>
                        <a:pt x="2824442" y="1592592"/>
                        <a:pt x="2824976" y="1595780"/>
                        <a:pt x="2828101" y="1598433"/>
                      </a:cubicBezTo>
                      <a:cubicBezTo>
                        <a:pt x="2834220" y="1603346"/>
                        <a:pt x="2836205" y="1613057"/>
                        <a:pt x="2841797" y="1621164"/>
                      </a:cubicBezTo>
                      <a:cubicBezTo>
                        <a:pt x="2846629" y="1628461"/>
                        <a:pt x="2846848" y="1640035"/>
                        <a:pt x="2855492" y="1653320"/>
                      </a:cubicBezTo>
                      <a:cubicBezTo>
                        <a:pt x="2859711" y="1665264"/>
                        <a:pt x="2862587" y="1680587"/>
                        <a:pt x="2869188" y="1693973"/>
                      </a:cubicBezTo>
                      <a:cubicBezTo>
                        <a:pt x="2882629" y="1728581"/>
                        <a:pt x="2875743" y="1743845"/>
                        <a:pt x="2889731" y="1768335"/>
                      </a:cubicBezTo>
                      <a:cubicBezTo>
                        <a:pt x="2900495" y="1784640"/>
                        <a:pt x="2898849" y="1838015"/>
                        <a:pt x="2910274" y="1854716"/>
                      </a:cubicBezTo>
                      <a:cubicBezTo>
                        <a:pt x="2940462" y="1917341"/>
                        <a:pt x="2930790" y="1977105"/>
                        <a:pt x="2951360" y="2044204"/>
                      </a:cubicBezTo>
                      <a:cubicBezTo>
                        <a:pt x="2973004" y="2086764"/>
                        <a:pt x="2964327" y="2135072"/>
                        <a:pt x="2985598" y="2198037"/>
                      </a:cubicBezTo>
                      <a:cubicBezTo>
                        <a:pt x="3002789" y="2246763"/>
                        <a:pt x="2990628" y="2264364"/>
                        <a:pt x="3012989" y="2307188"/>
                      </a:cubicBezTo>
                      <a:cubicBezTo>
                        <a:pt x="3023806" y="2332111"/>
                        <a:pt x="3025963" y="2354706"/>
                        <a:pt x="3033532" y="2377857"/>
                      </a:cubicBezTo>
                      <a:cubicBezTo>
                        <a:pt x="3045663" y="2402987"/>
                        <a:pt x="3045317" y="2423727"/>
                        <a:pt x="3054075" y="2438032"/>
                      </a:cubicBezTo>
                      <a:cubicBezTo>
                        <a:pt x="3067853" y="2456106"/>
                        <a:pt x="3062259" y="2467620"/>
                        <a:pt x="3074619" y="2487762"/>
                      </a:cubicBezTo>
                      <a:cubicBezTo>
                        <a:pt x="3088060" y="2503798"/>
                        <a:pt x="3083061" y="2514135"/>
                        <a:pt x="3095162" y="2527692"/>
                      </a:cubicBezTo>
                      <a:cubicBezTo>
                        <a:pt x="3099348" y="2532242"/>
                        <a:pt x="3103838" y="2545028"/>
                        <a:pt x="3108857" y="2549376"/>
                      </a:cubicBezTo>
                      <a:cubicBezTo>
                        <a:pt x="3114237" y="2552794"/>
                        <a:pt x="3117159" y="2564686"/>
                        <a:pt x="3122553" y="2567537"/>
                      </a:cubicBezTo>
                      <a:cubicBezTo>
                        <a:pt x="3129592" y="2570819"/>
                        <a:pt x="3133200" y="2580843"/>
                        <a:pt x="3143096" y="2589032"/>
                      </a:cubicBezTo>
                      <a:cubicBezTo>
                        <a:pt x="3154135" y="2595759"/>
                        <a:pt x="3153602" y="2598666"/>
                        <a:pt x="3163639" y="2604799"/>
                      </a:cubicBezTo>
                      <a:cubicBezTo>
                        <a:pt x="3169387" y="2607051"/>
                        <a:pt x="3175752" y="2612824"/>
                        <a:pt x="3184182" y="2616068"/>
                      </a:cubicBezTo>
                      <a:cubicBezTo>
                        <a:pt x="3193782" y="2618586"/>
                        <a:pt x="3199398" y="2624012"/>
                        <a:pt x="3204725" y="2623919"/>
                      </a:cubicBezTo>
                      <a:cubicBezTo>
                        <a:pt x="3214361" y="2624329"/>
                        <a:pt x="3219395" y="2629072"/>
                        <a:pt x="3232116" y="2630599"/>
                      </a:cubicBezTo>
                      <a:cubicBezTo>
                        <a:pt x="3246736" y="2632114"/>
                        <a:pt x="3249562" y="2635904"/>
                        <a:pt x="3266354" y="2635068"/>
                      </a:cubicBezTo>
                      <a:cubicBezTo>
                        <a:pt x="3281982" y="2631133"/>
                        <a:pt x="3302858" y="2642565"/>
                        <a:pt x="3314288" y="2637602"/>
                      </a:cubicBezTo>
                      <a:cubicBezTo>
                        <a:pt x="3332402" y="2629454"/>
                        <a:pt x="3371897" y="2646374"/>
                        <a:pt x="3403308" y="2638555"/>
                      </a:cubicBezTo>
                      <a:cubicBezTo>
                        <a:pt x="3686023" y="2575429"/>
                        <a:pt x="3844576" y="2641927"/>
                        <a:pt x="3978516" y="2638368"/>
                      </a:cubicBezTo>
                      <a:cubicBezTo>
                        <a:pt x="4051949" y="2626033"/>
                        <a:pt x="4145756" y="2655145"/>
                        <a:pt x="4204490" y="2636435"/>
                      </a:cubicBezTo>
                      <a:cubicBezTo>
                        <a:pt x="4243018" y="2628079"/>
                        <a:pt x="4264741" y="2635165"/>
                        <a:pt x="4320901" y="2632733"/>
                      </a:cubicBezTo>
                      <a:cubicBezTo>
                        <a:pt x="4357667" y="2623853"/>
                        <a:pt x="4386478" y="2637838"/>
                        <a:pt x="4403073" y="2627300"/>
                      </a:cubicBezTo>
                      <a:cubicBezTo>
                        <a:pt x="4421999" y="2619885"/>
                        <a:pt x="4437681" y="2624386"/>
                        <a:pt x="4464702" y="2620583"/>
                      </a:cubicBezTo>
                      <a:cubicBezTo>
                        <a:pt x="4478315" y="2615727"/>
                        <a:pt x="4502257" y="2618267"/>
                        <a:pt x="4519484" y="2611805"/>
                      </a:cubicBezTo>
                      <a:cubicBezTo>
                        <a:pt x="4540331" y="2605434"/>
                        <a:pt x="4551966" y="2609157"/>
                        <a:pt x="4567418" y="2601193"/>
                      </a:cubicBezTo>
                      <a:cubicBezTo>
                        <a:pt x="4580792" y="2597251"/>
                        <a:pt x="4594656" y="2597754"/>
                        <a:pt x="4608504" y="2589307"/>
                      </a:cubicBezTo>
                      <a:cubicBezTo>
                        <a:pt x="4619228" y="2582155"/>
                        <a:pt x="4640930" y="2581594"/>
                        <a:pt x="4649590" y="2574245"/>
                      </a:cubicBezTo>
                      <a:cubicBezTo>
                        <a:pt x="4663540" y="2566969"/>
                        <a:pt x="4668183" y="2568049"/>
                        <a:pt x="4683829" y="2558800"/>
                      </a:cubicBezTo>
                      <a:cubicBezTo>
                        <a:pt x="4692797" y="2549864"/>
                        <a:pt x="4711328" y="2546317"/>
                        <a:pt x="4718067" y="2540283"/>
                      </a:cubicBezTo>
                      <a:cubicBezTo>
                        <a:pt x="4733721" y="2527571"/>
                        <a:pt x="4743213" y="2527859"/>
                        <a:pt x="4752306" y="2518245"/>
                      </a:cubicBezTo>
                      <a:cubicBezTo>
                        <a:pt x="4760796" y="2507885"/>
                        <a:pt x="4770610" y="2504508"/>
                        <a:pt x="4786544" y="2492210"/>
                      </a:cubicBezTo>
                      <a:cubicBezTo>
                        <a:pt x="4792900" y="2484845"/>
                        <a:pt x="4802718" y="2478603"/>
                        <a:pt x="4813935" y="2468172"/>
                      </a:cubicBezTo>
                      <a:cubicBezTo>
                        <a:pt x="4825453" y="2456369"/>
                        <a:pt x="4830326" y="2455603"/>
                        <a:pt x="4841326" y="2441001"/>
                      </a:cubicBezTo>
                      <a:cubicBezTo>
                        <a:pt x="4848859" y="2425902"/>
                        <a:pt x="4858626" y="2427319"/>
                        <a:pt x="4868717" y="2410436"/>
                      </a:cubicBezTo>
                      <a:cubicBezTo>
                        <a:pt x="4878358" y="2396904"/>
                        <a:pt x="4889089" y="2393200"/>
                        <a:pt x="4896108" y="2376225"/>
                      </a:cubicBezTo>
                      <a:cubicBezTo>
                        <a:pt x="4903379" y="2363644"/>
                        <a:pt x="4918042" y="2354888"/>
                        <a:pt x="4923498" y="2338120"/>
                      </a:cubicBezTo>
                      <a:cubicBezTo>
                        <a:pt x="4930732" y="2325778"/>
                        <a:pt x="4940365" y="2314695"/>
                        <a:pt x="4950889" y="2295891"/>
                      </a:cubicBezTo>
                      <a:cubicBezTo>
                        <a:pt x="4957612" y="2279591"/>
                        <a:pt x="4971805" y="2268275"/>
                        <a:pt x="4978280" y="2249328"/>
                      </a:cubicBezTo>
                      <a:cubicBezTo>
                        <a:pt x="4988416" y="2220296"/>
                        <a:pt x="5000615" y="2218976"/>
                        <a:pt x="5012518" y="2184759"/>
                      </a:cubicBezTo>
                      <a:cubicBezTo>
                        <a:pt x="5024303" y="2151195"/>
                        <a:pt x="5038440" y="2133560"/>
                        <a:pt x="5046757" y="2112863"/>
                      </a:cubicBezTo>
                      <a:cubicBezTo>
                        <a:pt x="5054379" y="2094890"/>
                        <a:pt x="5075225" y="2057848"/>
                        <a:pt x="5080996" y="2033471"/>
                      </a:cubicBezTo>
                      <a:cubicBezTo>
                        <a:pt x="5090738" y="1995849"/>
                        <a:pt x="5107971" y="1991426"/>
                        <a:pt x="5115234" y="1946543"/>
                      </a:cubicBezTo>
                      <a:cubicBezTo>
                        <a:pt x="5120287" y="1922709"/>
                        <a:pt x="5152318" y="1879380"/>
                        <a:pt x="5149473" y="1852188"/>
                      </a:cubicBezTo>
                      <a:cubicBezTo>
                        <a:pt x="5161112" y="1788700"/>
                        <a:pt x="5193191" y="1763678"/>
                        <a:pt x="5190559" y="1729559"/>
                      </a:cubicBezTo>
                      <a:cubicBezTo>
                        <a:pt x="5200423" y="1689379"/>
                        <a:pt x="5230687" y="1628611"/>
                        <a:pt x="5231645" y="1597468"/>
                      </a:cubicBezTo>
                      <a:cubicBezTo>
                        <a:pt x="5243381" y="1521059"/>
                        <a:pt x="5276525" y="1487644"/>
                        <a:pt x="5279579" y="1433066"/>
                      </a:cubicBezTo>
                      <a:cubicBezTo>
                        <a:pt x="5299806" y="1320605"/>
                        <a:pt x="5321328" y="1302254"/>
                        <a:pt x="5341208" y="1209628"/>
                      </a:cubicBezTo>
                      <a:cubicBezTo>
                        <a:pt x="5330477" y="1036344"/>
                        <a:pt x="5481839" y="766954"/>
                        <a:pt x="5498705" y="630710"/>
                      </a:cubicBezTo>
                      <a:cubicBezTo>
                        <a:pt x="5514845" y="564820"/>
                        <a:pt x="5526959" y="560059"/>
                        <a:pt x="5539792" y="492834"/>
                      </a:cubicBezTo>
                      <a:cubicBezTo>
                        <a:pt x="5545769" y="459212"/>
                        <a:pt x="5561135" y="438605"/>
                        <a:pt x="5574030" y="386674"/>
                      </a:cubicBezTo>
                      <a:cubicBezTo>
                        <a:pt x="5582585" y="337907"/>
                        <a:pt x="5608598" y="314614"/>
                        <a:pt x="5608269" y="290370"/>
                      </a:cubicBezTo>
                      <a:cubicBezTo>
                        <a:pt x="5617780" y="258409"/>
                        <a:pt x="5629250" y="247489"/>
                        <a:pt x="5635660" y="221555"/>
                      </a:cubicBezTo>
                      <a:cubicBezTo>
                        <a:pt x="5640740" y="200946"/>
                        <a:pt x="5659786" y="178054"/>
                        <a:pt x="5663050" y="160914"/>
                      </a:cubicBezTo>
                      <a:cubicBezTo>
                        <a:pt x="5669306" y="146865"/>
                        <a:pt x="5675428" y="139425"/>
                        <a:pt x="5683593" y="121226"/>
                      </a:cubicBezTo>
                      <a:cubicBezTo>
                        <a:pt x="5691822" y="105651"/>
                        <a:pt x="5699705" y="102324"/>
                        <a:pt x="5704137" y="86800"/>
                      </a:cubicBezTo>
                      <a:cubicBezTo>
                        <a:pt x="5710526" y="73419"/>
                        <a:pt x="5716192" y="71936"/>
                        <a:pt x="5724680" y="57869"/>
                      </a:cubicBezTo>
                      <a:cubicBezTo>
                        <a:pt x="5728543" y="48950"/>
                        <a:pt x="5739087" y="46362"/>
                        <a:pt x="5745223" y="34628"/>
                      </a:cubicBezTo>
                      <a:cubicBezTo>
                        <a:pt x="5750483" y="28758"/>
                        <a:pt x="5754130" y="28920"/>
                        <a:pt x="5758918" y="22376"/>
                      </a:cubicBezTo>
                      <a:cubicBezTo>
                        <a:pt x="5763094" y="17029"/>
                        <a:pt x="5767297" y="18096"/>
                        <a:pt x="5772614" y="12761"/>
                      </a:cubicBezTo>
                      <a:cubicBezTo>
                        <a:pt x="5776004" y="10828"/>
                        <a:pt x="5780317" y="9618"/>
                        <a:pt x="5786309" y="5814"/>
                      </a:cubicBezTo>
                      <a:cubicBezTo>
                        <a:pt x="5791427" y="3009"/>
                        <a:pt x="5795968" y="4091"/>
                        <a:pt x="5800005" y="1556"/>
                      </a:cubicBezTo>
                      <a:cubicBezTo>
                        <a:pt x="5803739" y="325"/>
                        <a:pt x="5810863" y="736"/>
                        <a:pt x="5813700" y="0"/>
                      </a:cubicBezTo>
                      <a:cubicBezTo>
                        <a:pt x="5820125" y="236"/>
                        <a:pt x="5823793" y="2001"/>
                        <a:pt x="5827395" y="1150"/>
                      </a:cubicBezTo>
                      <a:cubicBezTo>
                        <a:pt x="5833299" y="1429"/>
                        <a:pt x="5834859" y="4326"/>
                        <a:pt x="5841091" y="5004"/>
                      </a:cubicBezTo>
                      <a:cubicBezTo>
                        <a:pt x="5847387" y="7750"/>
                        <a:pt x="5849802" y="10697"/>
                        <a:pt x="5854786" y="11549"/>
                      </a:cubicBezTo>
                      <a:cubicBezTo>
                        <a:pt x="5861096" y="15603"/>
                        <a:pt x="5861720" y="16452"/>
                        <a:pt x="5868481" y="20765"/>
                      </a:cubicBezTo>
                      <a:cubicBezTo>
                        <a:pt x="5871945" y="23596"/>
                        <a:pt x="5875733" y="27585"/>
                        <a:pt x="5882177" y="32623"/>
                      </a:cubicBezTo>
                      <a:cubicBezTo>
                        <a:pt x="5888710" y="38263"/>
                        <a:pt x="5891759" y="44697"/>
                        <a:pt x="5902720" y="55286"/>
                      </a:cubicBezTo>
                      <a:cubicBezTo>
                        <a:pt x="5913956" y="68671"/>
                        <a:pt x="5915575" y="77885"/>
                        <a:pt x="5923263" y="83657"/>
                      </a:cubicBezTo>
                      <a:cubicBezTo>
                        <a:pt x="5933721" y="96022"/>
                        <a:pt x="5931958" y="103071"/>
                        <a:pt x="5943806" y="117542"/>
                      </a:cubicBezTo>
                      <a:cubicBezTo>
                        <a:pt x="5952625" y="127837"/>
                        <a:pt x="5955909" y="148323"/>
                        <a:pt x="5964349" y="156715"/>
                      </a:cubicBezTo>
                      <a:cubicBezTo>
                        <a:pt x="5974290" y="178401"/>
                        <a:pt x="5974832" y="190438"/>
                        <a:pt x="5991740" y="216714"/>
                      </a:cubicBezTo>
                      <a:cubicBezTo>
                        <a:pt x="6004644" y="238107"/>
                        <a:pt x="6001872" y="261395"/>
                        <a:pt x="6019131" y="284942"/>
                      </a:cubicBezTo>
                      <a:cubicBezTo>
                        <a:pt x="6028146" y="302495"/>
                        <a:pt x="6026196" y="329399"/>
                        <a:pt x="6046522" y="360617"/>
                      </a:cubicBezTo>
                      <a:cubicBezTo>
                        <a:pt x="6062189" y="379627"/>
                        <a:pt x="6065601" y="431802"/>
                        <a:pt x="6080760" y="464383"/>
                      </a:cubicBezTo>
                      <a:cubicBezTo>
                        <a:pt x="6105330" y="509116"/>
                        <a:pt x="6098490" y="550532"/>
                        <a:pt x="6121847" y="600012"/>
                      </a:cubicBezTo>
                      <a:cubicBezTo>
                        <a:pt x="6156574" y="673223"/>
                        <a:pt x="6148170" y="707235"/>
                        <a:pt x="6169780" y="769533"/>
                      </a:cubicBezTo>
                      <a:cubicBezTo>
                        <a:pt x="6223135" y="861108"/>
                        <a:pt x="6193313" y="941553"/>
                        <a:pt x="6245105" y="1048788"/>
                      </a:cubicBezTo>
                      <a:cubicBezTo>
                        <a:pt x="6311519" y="1158274"/>
                        <a:pt x="6272804" y="1290095"/>
                        <a:pt x="6334125" y="1377037"/>
                      </a:cubicBezTo>
                      <a:cubicBezTo>
                        <a:pt x="6370401" y="1433948"/>
                        <a:pt x="6343715" y="1482676"/>
                        <a:pt x="6388907" y="1567713"/>
                      </a:cubicBezTo>
                      <a:cubicBezTo>
                        <a:pt x="6408206" y="1606417"/>
                        <a:pt x="6415747" y="1655550"/>
                        <a:pt x="6429993" y="1701706"/>
                      </a:cubicBezTo>
                      <a:cubicBezTo>
                        <a:pt x="6451333" y="1760955"/>
                        <a:pt x="6454414" y="1794507"/>
                        <a:pt x="6471079" y="1826469"/>
                      </a:cubicBezTo>
                      <a:cubicBezTo>
                        <a:pt x="6494221" y="1858108"/>
                        <a:pt x="6477653" y="1879697"/>
                        <a:pt x="6505318" y="1922717"/>
                      </a:cubicBezTo>
                      <a:cubicBezTo>
                        <a:pt x="6525679" y="1948174"/>
                        <a:pt x="6521904" y="1968834"/>
                        <a:pt x="6539556" y="2011593"/>
                      </a:cubicBezTo>
                      <a:cubicBezTo>
                        <a:pt x="6556281" y="2048541"/>
                        <a:pt x="6556656" y="2076226"/>
                        <a:pt x="6573794" y="2092946"/>
                      </a:cubicBezTo>
                      <a:cubicBezTo>
                        <a:pt x="6586356" y="2114420"/>
                        <a:pt x="6595119" y="2140515"/>
                        <a:pt x="6608033" y="2166780"/>
                      </a:cubicBezTo>
                      <a:cubicBezTo>
                        <a:pt x="6625405" y="2188915"/>
                        <a:pt x="6631964" y="2219510"/>
                        <a:pt x="6642272" y="2233231"/>
                      </a:cubicBezTo>
                      <a:cubicBezTo>
                        <a:pt x="6659736" y="2254360"/>
                        <a:pt x="6662999" y="2270539"/>
                        <a:pt x="6676511" y="2292551"/>
                      </a:cubicBezTo>
                      <a:cubicBezTo>
                        <a:pt x="6693327" y="2310602"/>
                        <a:pt x="6694171" y="2331246"/>
                        <a:pt x="6710749" y="2345079"/>
                      </a:cubicBezTo>
                      <a:cubicBezTo>
                        <a:pt x="6721796" y="2353939"/>
                        <a:pt x="6728207" y="2378022"/>
                        <a:pt x="6738140" y="2382486"/>
                      </a:cubicBezTo>
                      <a:cubicBezTo>
                        <a:pt x="6753563" y="2396114"/>
                        <a:pt x="6757019" y="2406166"/>
                        <a:pt x="6765531" y="2416041"/>
                      </a:cubicBezTo>
                      <a:cubicBezTo>
                        <a:pt x="6778643" y="2430126"/>
                        <a:pt x="6783468" y="2441090"/>
                        <a:pt x="6792921" y="2445993"/>
                      </a:cubicBezTo>
                      <a:cubicBezTo>
                        <a:pt x="6811602" y="2460711"/>
                        <a:pt x="6816694" y="2474795"/>
                        <a:pt x="6827160" y="2478756"/>
                      </a:cubicBezTo>
                      <a:cubicBezTo>
                        <a:pt x="6832897" y="2482830"/>
                        <a:pt x="6837112" y="2488445"/>
                        <a:pt x="6840855" y="2490510"/>
                      </a:cubicBezTo>
                      <a:lnTo>
                        <a:pt x="6840855" y="2490510"/>
                      </a:lnTo>
                    </a:path>
                  </a:pathLst>
                </a:custGeom>
                <a:noFill/>
                <a:ln w="127000" cap="sq">
                  <a:solidFill>
                    <a:schemeClr val="accent1"/>
                  </a:solidFill>
                  <a:prstDash val="solid"/>
                  <a:round/>
                  <a:extLst>
                    <a:ext uri="{C807C97D-BFC1-408E-A445-0C87EB9F89A2}">
                      <ask:lineSketchStyleProps xmlns:ask="http://schemas.microsoft.com/office/drawing/2018/sketchyshapes" sd="1219033472">
                        <a:custGeom>
                          <a:avLst/>
                          <a:gdLst>
                            <a:gd name="csX0" fmla="*/ 0 w 6840854"/>
                            <a:gd name="csY0" fmla="*/ 2621041 h 2638554"/>
                            <a:gd name="csX1" fmla="*/ 47934 w 6840854"/>
                            <a:gd name="csY1" fmla="*/ 2612112 h 2638554"/>
                            <a:gd name="csX2" fmla="*/ 89020 w 6840854"/>
                            <a:gd name="csY2" fmla="*/ 2601511 h 2638554"/>
                            <a:gd name="csX3" fmla="*/ 123259 w 6840854"/>
                            <a:gd name="csY3" fmla="*/ 2590043 h 2638554"/>
                            <a:gd name="csX4" fmla="*/ 157497 w 6840854"/>
                            <a:gd name="csY4" fmla="*/ 2575665 h 2638554"/>
                            <a:gd name="csX5" fmla="*/ 191736 w 6840854"/>
                            <a:gd name="csY5" fmla="*/ 2557847 h 2638554"/>
                            <a:gd name="csX6" fmla="*/ 219126 w 6840854"/>
                            <a:gd name="csY6" fmla="*/ 2540733 h 2638554"/>
                            <a:gd name="csX7" fmla="*/ 246517 w 6840854"/>
                            <a:gd name="csY7" fmla="*/ 2520753 h 2638554"/>
                            <a:gd name="csX8" fmla="*/ 273908 w 6840854"/>
                            <a:gd name="csY8" fmla="*/ 2497602 h 2638554"/>
                            <a:gd name="csX9" fmla="*/ 301299 w 6840854"/>
                            <a:gd name="csY9" fmla="*/ 2470982 h 2638554"/>
                            <a:gd name="csX10" fmla="*/ 328690 w 6840854"/>
                            <a:gd name="csY10" fmla="*/ 2440612 h 2638554"/>
                            <a:gd name="csX11" fmla="*/ 356081 w 6840854"/>
                            <a:gd name="csY11" fmla="*/ 2406236 h 2638554"/>
                            <a:gd name="csX12" fmla="*/ 383471 w 6840854"/>
                            <a:gd name="csY12" fmla="*/ 2367635 h 2638554"/>
                            <a:gd name="csX13" fmla="*/ 410862 w 6840854"/>
                            <a:gd name="csY13" fmla="*/ 2324642 h 2638554"/>
                            <a:gd name="csX14" fmla="*/ 438253 w 6840854"/>
                            <a:gd name="csY14" fmla="*/ 2277153 h 2638554"/>
                            <a:gd name="csX15" fmla="*/ 472491 w 6840854"/>
                            <a:gd name="csY15" fmla="*/ 2211439 h 2638554"/>
                            <a:gd name="csX16" fmla="*/ 506730 w 6840854"/>
                            <a:gd name="csY16" fmla="*/ 2138812 h 2638554"/>
                            <a:gd name="csX17" fmla="*/ 540969 w 6840854"/>
                            <a:gd name="csY17" fmla="*/ 2059667 h 2638554"/>
                            <a:gd name="csX18" fmla="*/ 582055 w 6840854"/>
                            <a:gd name="csY18" fmla="*/ 1957057 h 2638554"/>
                            <a:gd name="csX19" fmla="*/ 629989 w 6840854"/>
                            <a:gd name="csY19" fmla="*/ 1829040 h 2638554"/>
                            <a:gd name="csX20" fmla="*/ 794334 w 6840854"/>
                            <a:gd name="csY20" fmla="*/ 1380264 h 2638554"/>
                            <a:gd name="csX21" fmla="*/ 828572 w 6840854"/>
                            <a:gd name="csY21" fmla="*/ 1298670 h 2638554"/>
                            <a:gd name="csX22" fmla="*/ 855963 w 6840854"/>
                            <a:gd name="csY22" fmla="*/ 1239731 h 2638554"/>
                            <a:gd name="csX23" fmla="*/ 883354 w 6840854"/>
                            <a:gd name="csY23" fmla="*/ 1187535 h 2638554"/>
                            <a:gd name="csX24" fmla="*/ 903897 w 6840854"/>
                            <a:gd name="csY24" fmla="*/ 1153377 h 2638554"/>
                            <a:gd name="csX25" fmla="*/ 924440 w 6840854"/>
                            <a:gd name="csY25" fmla="*/ 1123889 h 2638554"/>
                            <a:gd name="csX26" fmla="*/ 944983 w 6840854"/>
                            <a:gd name="csY26" fmla="*/ 1099378 h 2638554"/>
                            <a:gd name="csX27" fmla="*/ 965526 w 6840854"/>
                            <a:gd name="csY27" fmla="*/ 1080102 h 2638554"/>
                            <a:gd name="csX28" fmla="*/ 979222 w 6840854"/>
                            <a:gd name="csY28" fmla="*/ 1070265 h 2638554"/>
                            <a:gd name="csX29" fmla="*/ 992917 w 6840854"/>
                            <a:gd name="csY29" fmla="*/ 1062893 h 2638554"/>
                            <a:gd name="csX30" fmla="*/ 1006612 w 6840854"/>
                            <a:gd name="csY30" fmla="*/ 1058022 h 2638554"/>
                            <a:gd name="csX31" fmla="*/ 1020308 w 6840854"/>
                            <a:gd name="csY31" fmla="*/ 1055676 h 2638554"/>
                            <a:gd name="csX32" fmla="*/ 1034003 w 6840854"/>
                            <a:gd name="csY32" fmla="*/ 1055867 h 2638554"/>
                            <a:gd name="csX33" fmla="*/ 1047699 w 6840854"/>
                            <a:gd name="csY33" fmla="*/ 1058592 h 2638554"/>
                            <a:gd name="csX34" fmla="*/ 1061394 w 6840854"/>
                            <a:gd name="csY34" fmla="*/ 1063840 h 2638554"/>
                            <a:gd name="csX35" fmla="*/ 1075089 w 6840854"/>
                            <a:gd name="csY35" fmla="*/ 1071584 h 2638554"/>
                            <a:gd name="csX36" fmla="*/ 1088785 w 6840854"/>
                            <a:gd name="csY36" fmla="*/ 1081788 h 2638554"/>
                            <a:gd name="csX37" fmla="*/ 1109328 w 6840854"/>
                            <a:gd name="csY37" fmla="*/ 1101598 h 2638554"/>
                            <a:gd name="csX38" fmla="*/ 1129871 w 6840854"/>
                            <a:gd name="csY38" fmla="*/ 1126618 h 2638554"/>
                            <a:gd name="csX39" fmla="*/ 1150414 w 6840854"/>
                            <a:gd name="csY39" fmla="*/ 1156588 h 2638554"/>
                            <a:gd name="csX40" fmla="*/ 1170957 w 6840854"/>
                            <a:gd name="csY40" fmla="*/ 1191194 h 2638554"/>
                            <a:gd name="csX41" fmla="*/ 1198348 w 6840854"/>
                            <a:gd name="csY41" fmla="*/ 1243930 h 2638554"/>
                            <a:gd name="csX42" fmla="*/ 1225739 w 6840854"/>
                            <a:gd name="csY42" fmla="*/ 1303335 h 2638554"/>
                            <a:gd name="csX43" fmla="*/ 1259977 w 6840854"/>
                            <a:gd name="csY43" fmla="*/ 1385398 h 2638554"/>
                            <a:gd name="csX44" fmla="*/ 1301064 w 6840854"/>
                            <a:gd name="csY44" fmla="*/ 1492504 h 2638554"/>
                            <a:gd name="csX45" fmla="*/ 1362693 w 6840854"/>
                            <a:gd name="csY45" fmla="*/ 1663003 h 2638554"/>
                            <a:gd name="csX46" fmla="*/ 1444865 w 6840854"/>
                            <a:gd name="csY46" fmla="*/ 1890310 h 2638554"/>
                            <a:gd name="csX47" fmla="*/ 1492799 w 6840854"/>
                            <a:gd name="csY47" fmla="*/ 2014444 h 2638554"/>
                            <a:gd name="csX48" fmla="*/ 1533885 w 6840854"/>
                            <a:gd name="csY48" fmla="*/ 2112606 h 2638554"/>
                            <a:gd name="csX49" fmla="*/ 1568124 w 6840854"/>
                            <a:gd name="csY49" fmla="*/ 2187507 h 2638554"/>
                            <a:gd name="csX50" fmla="*/ 1602362 w 6840854"/>
                            <a:gd name="csY50" fmla="*/ 2255600 h 2638554"/>
                            <a:gd name="csX51" fmla="*/ 1636601 w 6840854"/>
                            <a:gd name="csY51" fmla="*/ 2316658 h 2638554"/>
                            <a:gd name="csX52" fmla="*/ 1663992 w 6840854"/>
                            <a:gd name="csY52" fmla="*/ 2360432 h 2638554"/>
                            <a:gd name="csX53" fmla="*/ 1691383 w 6840854"/>
                            <a:gd name="csY53" fmla="*/ 2399791 h 2638554"/>
                            <a:gd name="csX54" fmla="*/ 1718773 w 6840854"/>
                            <a:gd name="csY54" fmla="*/ 2434892 h 2638554"/>
                            <a:gd name="csX55" fmla="*/ 1746164 w 6840854"/>
                            <a:gd name="csY55" fmla="*/ 2465946 h 2638554"/>
                            <a:gd name="csX56" fmla="*/ 1773555 w 6840854"/>
                            <a:gd name="csY56" fmla="*/ 2493202 h 2638554"/>
                            <a:gd name="csX57" fmla="*/ 1800946 w 6840854"/>
                            <a:gd name="csY57" fmla="*/ 2516939 h 2638554"/>
                            <a:gd name="csX58" fmla="*/ 1828337 w 6840854"/>
                            <a:gd name="csY58" fmla="*/ 2537452 h 2638554"/>
                            <a:gd name="csX59" fmla="*/ 1855727 w 6840854"/>
                            <a:gd name="csY59" fmla="*/ 2555045 h 2638554"/>
                            <a:gd name="csX60" fmla="*/ 1889966 w 6840854"/>
                            <a:gd name="csY60" fmla="*/ 2573390 h 2638554"/>
                            <a:gd name="csX61" fmla="*/ 1924204 w 6840854"/>
                            <a:gd name="csY61" fmla="*/ 2588217 h 2638554"/>
                            <a:gd name="csX62" fmla="*/ 1958443 w 6840854"/>
                            <a:gd name="csY62" fmla="*/ 2600062 h 2638554"/>
                            <a:gd name="csX63" fmla="*/ 1999529 w 6840854"/>
                            <a:gd name="csY63" fmla="*/ 2611030 h 2638554"/>
                            <a:gd name="csX64" fmla="*/ 2040615 w 6840854"/>
                            <a:gd name="csY64" fmla="*/ 2619162 h 2638554"/>
                            <a:gd name="csX65" fmla="*/ 2088549 w 6840854"/>
                            <a:gd name="csY65" fmla="*/ 2625907 h 2638554"/>
                            <a:gd name="csX66" fmla="*/ 2150179 w 6840854"/>
                            <a:gd name="csY66" fmla="*/ 2631466 h 2638554"/>
                            <a:gd name="csX67" fmla="*/ 2225504 w 6840854"/>
                            <a:gd name="csY67" fmla="*/ 2635109 h 2638554"/>
                            <a:gd name="csX68" fmla="*/ 2300828 w 6840854"/>
                            <a:gd name="csY68" fmla="*/ 2635907 h 2638554"/>
                            <a:gd name="csX69" fmla="*/ 2348762 w 6840854"/>
                            <a:gd name="csY69" fmla="*/ 2633645 h 2638554"/>
                            <a:gd name="csX70" fmla="*/ 2383001 w 6840854"/>
                            <a:gd name="csY70" fmla="*/ 2628903 h 2638554"/>
                            <a:gd name="csX71" fmla="*/ 2410392 w 6840854"/>
                            <a:gd name="csY71" fmla="*/ 2621619 h 2638554"/>
                            <a:gd name="csX72" fmla="*/ 2430935 w 6840854"/>
                            <a:gd name="csY72" fmla="*/ 2613026 h 2638554"/>
                            <a:gd name="csX73" fmla="*/ 2451478 w 6840854"/>
                            <a:gd name="csY73" fmla="*/ 2600717 h 2638554"/>
                            <a:gd name="csX74" fmla="*/ 2465173 w 6840854"/>
                            <a:gd name="csY74" fmla="*/ 2589900 h 2638554"/>
                            <a:gd name="csX75" fmla="*/ 2478869 w 6840854"/>
                            <a:gd name="csY75" fmla="*/ 2576567 h 2638554"/>
                            <a:gd name="csX76" fmla="*/ 2492564 w 6840854"/>
                            <a:gd name="csY76" fmla="*/ 2560331 h 2638554"/>
                            <a:gd name="csX77" fmla="*/ 2506259 w 6840854"/>
                            <a:gd name="csY77" fmla="*/ 2540797 h 2638554"/>
                            <a:gd name="csX78" fmla="*/ 2519955 w 6840854"/>
                            <a:gd name="csY78" fmla="*/ 2517582 h 2638554"/>
                            <a:gd name="csX79" fmla="*/ 2533650 w 6840854"/>
                            <a:gd name="csY79" fmla="*/ 2490329 h 2638554"/>
                            <a:gd name="csX80" fmla="*/ 2554193 w 6840854"/>
                            <a:gd name="csY80" fmla="*/ 2441233 h 2638554"/>
                            <a:gd name="csX81" fmla="*/ 2574736 w 6840854"/>
                            <a:gd name="csY81" fmla="*/ 2381711 h 2638554"/>
                            <a:gd name="csX82" fmla="*/ 2595279 w 6840854"/>
                            <a:gd name="csY82" fmla="*/ 2311672 h 2638554"/>
                            <a:gd name="csX83" fmla="*/ 2615823 w 6840854"/>
                            <a:gd name="csY83" fmla="*/ 2231801 h 2638554"/>
                            <a:gd name="csX84" fmla="*/ 2643213 w 6840854"/>
                            <a:gd name="csY84" fmla="*/ 2112911 h 2638554"/>
                            <a:gd name="csX85" fmla="*/ 2718538 w 6840854"/>
                            <a:gd name="csY85" fmla="*/ 1773219 h 2638554"/>
                            <a:gd name="csX86" fmla="*/ 2739081 w 6840854"/>
                            <a:gd name="csY86" fmla="*/ 1698006 h 2638554"/>
                            <a:gd name="csX87" fmla="*/ 2752777 w 6840854"/>
                            <a:gd name="csY87" fmla="*/ 1656643 h 2638554"/>
                            <a:gd name="csX88" fmla="*/ 2766472 w 6840854"/>
                            <a:gd name="csY88" fmla="*/ 1623682 h 2638554"/>
                            <a:gd name="csX89" fmla="*/ 2780167 w 6840854"/>
                            <a:gd name="csY89" fmla="*/ 1600072 h 2638554"/>
                            <a:gd name="csX90" fmla="*/ 2787015 w 6840854"/>
                            <a:gd name="csY90" fmla="*/ 1592002 h 2638554"/>
                            <a:gd name="csX91" fmla="*/ 2793863 w 6840854"/>
                            <a:gd name="csY91" fmla="*/ 1586509 h 2638554"/>
                            <a:gd name="csX92" fmla="*/ 2800711 w 6840854"/>
                            <a:gd name="csY92" fmla="*/ 1583632 h 2638554"/>
                            <a:gd name="csX93" fmla="*/ 2807558 w 6840854"/>
                            <a:gd name="csY93" fmla="*/ 1583395 h 2638554"/>
                            <a:gd name="csX94" fmla="*/ 2814406 w 6840854"/>
                            <a:gd name="csY94" fmla="*/ 1585798 h 2638554"/>
                            <a:gd name="csX95" fmla="*/ 2821254 w 6840854"/>
                            <a:gd name="csY95" fmla="*/ 1590823 h 2638554"/>
                            <a:gd name="csX96" fmla="*/ 2828101 w 6840854"/>
                            <a:gd name="csY96" fmla="*/ 1598433 h 2638554"/>
                            <a:gd name="csX97" fmla="*/ 2841797 w 6840854"/>
                            <a:gd name="csY97" fmla="*/ 1621164 h 2638554"/>
                            <a:gd name="csX98" fmla="*/ 2855492 w 6840854"/>
                            <a:gd name="csY98" fmla="*/ 1653320 h 2638554"/>
                            <a:gd name="csX99" fmla="*/ 2869188 w 6840854"/>
                            <a:gd name="csY99" fmla="*/ 1693973 h 2638554"/>
                            <a:gd name="csX100" fmla="*/ 2889731 w 6840854"/>
                            <a:gd name="csY100" fmla="*/ 1768335 h 2638554"/>
                            <a:gd name="csX101" fmla="*/ 2910274 w 6840854"/>
                            <a:gd name="csY101" fmla="*/ 1854716 h 2638554"/>
                            <a:gd name="csX102" fmla="*/ 2951360 w 6840854"/>
                            <a:gd name="csY102" fmla="*/ 2044204 h 2638554"/>
                            <a:gd name="csX103" fmla="*/ 2985598 w 6840854"/>
                            <a:gd name="csY103" fmla="*/ 2198037 h 2638554"/>
                            <a:gd name="csX104" fmla="*/ 3012989 w 6840854"/>
                            <a:gd name="csY104" fmla="*/ 2307188 h 2638554"/>
                            <a:gd name="csX105" fmla="*/ 3033532 w 6840854"/>
                            <a:gd name="csY105" fmla="*/ 2377857 h 2638554"/>
                            <a:gd name="csX106" fmla="*/ 3054075 w 6840854"/>
                            <a:gd name="csY106" fmla="*/ 2438032 h 2638554"/>
                            <a:gd name="csX107" fmla="*/ 3074619 w 6840854"/>
                            <a:gd name="csY107" fmla="*/ 2487762 h 2638554"/>
                            <a:gd name="csX108" fmla="*/ 3095162 w 6840854"/>
                            <a:gd name="csY108" fmla="*/ 2527692 h 2638554"/>
                            <a:gd name="csX109" fmla="*/ 3108857 w 6840854"/>
                            <a:gd name="csY109" fmla="*/ 2549376 h 2638554"/>
                            <a:gd name="csX110" fmla="*/ 3122553 w 6840854"/>
                            <a:gd name="csY110" fmla="*/ 2567537 h 2638554"/>
                            <a:gd name="csX111" fmla="*/ 3143096 w 6840854"/>
                            <a:gd name="csY111" fmla="*/ 2589032 h 2638554"/>
                            <a:gd name="csX112" fmla="*/ 3163639 w 6840854"/>
                            <a:gd name="csY112" fmla="*/ 2604799 h 2638554"/>
                            <a:gd name="csX113" fmla="*/ 3184182 w 6840854"/>
                            <a:gd name="csY113" fmla="*/ 2616068 h 2638554"/>
                            <a:gd name="csX114" fmla="*/ 3204725 w 6840854"/>
                            <a:gd name="csY114" fmla="*/ 2623919 h 2638554"/>
                            <a:gd name="csX115" fmla="*/ 3232116 w 6840854"/>
                            <a:gd name="csY115" fmla="*/ 2630599 h 2638554"/>
                            <a:gd name="csX116" fmla="*/ 3266354 w 6840854"/>
                            <a:gd name="csY116" fmla="*/ 2635068 h 2638554"/>
                            <a:gd name="csX117" fmla="*/ 3314288 w 6840854"/>
                            <a:gd name="csY117" fmla="*/ 2637602 h 2638554"/>
                            <a:gd name="csX118" fmla="*/ 3403308 w 6840854"/>
                            <a:gd name="csY118" fmla="*/ 2638555 h 2638554"/>
                            <a:gd name="csX119" fmla="*/ 3978516 w 6840854"/>
                            <a:gd name="csY119" fmla="*/ 2638368 h 2638554"/>
                            <a:gd name="csX120" fmla="*/ 4204490 w 6840854"/>
                            <a:gd name="csY120" fmla="*/ 2636435 h 2638554"/>
                            <a:gd name="csX121" fmla="*/ 4320901 w 6840854"/>
                            <a:gd name="csY121" fmla="*/ 2632733 h 2638554"/>
                            <a:gd name="csX122" fmla="*/ 4403073 w 6840854"/>
                            <a:gd name="csY122" fmla="*/ 2627300 h 2638554"/>
                            <a:gd name="csX123" fmla="*/ 4464702 w 6840854"/>
                            <a:gd name="csY123" fmla="*/ 2620583 h 2638554"/>
                            <a:gd name="csX124" fmla="*/ 4519484 w 6840854"/>
                            <a:gd name="csY124" fmla="*/ 2611805 h 2638554"/>
                            <a:gd name="csX125" fmla="*/ 4567418 w 6840854"/>
                            <a:gd name="csY125" fmla="*/ 2601193 h 2638554"/>
                            <a:gd name="csX126" fmla="*/ 4608504 w 6840854"/>
                            <a:gd name="csY126" fmla="*/ 2589307 h 2638554"/>
                            <a:gd name="csX127" fmla="*/ 4649590 w 6840854"/>
                            <a:gd name="csY127" fmla="*/ 2574245 h 2638554"/>
                            <a:gd name="csX128" fmla="*/ 4683829 w 6840854"/>
                            <a:gd name="csY128" fmla="*/ 2558800 h 2638554"/>
                            <a:gd name="csX129" fmla="*/ 4718067 w 6840854"/>
                            <a:gd name="csY129" fmla="*/ 2540283 h 2638554"/>
                            <a:gd name="csX130" fmla="*/ 4752306 w 6840854"/>
                            <a:gd name="csY130" fmla="*/ 2518245 h 2638554"/>
                            <a:gd name="csX131" fmla="*/ 4786544 w 6840854"/>
                            <a:gd name="csY131" fmla="*/ 2492210 h 2638554"/>
                            <a:gd name="csX132" fmla="*/ 4813935 w 6840854"/>
                            <a:gd name="csY132" fmla="*/ 2468172 h 2638554"/>
                            <a:gd name="csX133" fmla="*/ 4841326 w 6840854"/>
                            <a:gd name="csY133" fmla="*/ 2441001 h 2638554"/>
                            <a:gd name="csX134" fmla="*/ 4868717 w 6840854"/>
                            <a:gd name="csY134" fmla="*/ 2410436 h 2638554"/>
                            <a:gd name="csX135" fmla="*/ 4896108 w 6840854"/>
                            <a:gd name="csY135" fmla="*/ 2376225 h 2638554"/>
                            <a:gd name="csX136" fmla="*/ 4923498 w 6840854"/>
                            <a:gd name="csY136" fmla="*/ 2338120 h 2638554"/>
                            <a:gd name="csX137" fmla="*/ 4950889 w 6840854"/>
                            <a:gd name="csY137" fmla="*/ 2295891 h 2638554"/>
                            <a:gd name="csX138" fmla="*/ 4978280 w 6840854"/>
                            <a:gd name="csY138" fmla="*/ 2249328 h 2638554"/>
                            <a:gd name="csX139" fmla="*/ 5012518 w 6840854"/>
                            <a:gd name="csY139" fmla="*/ 2184759 h 2638554"/>
                            <a:gd name="csX140" fmla="*/ 5046757 w 6840854"/>
                            <a:gd name="csY140" fmla="*/ 2112863 h 2638554"/>
                            <a:gd name="csX141" fmla="*/ 5080996 w 6840854"/>
                            <a:gd name="csY141" fmla="*/ 2033471 h 2638554"/>
                            <a:gd name="csX142" fmla="*/ 5115234 w 6840854"/>
                            <a:gd name="csY142" fmla="*/ 1946543 h 2638554"/>
                            <a:gd name="csX143" fmla="*/ 5149473 w 6840854"/>
                            <a:gd name="csY143" fmla="*/ 1852188 h 2638554"/>
                            <a:gd name="csX144" fmla="*/ 5190559 w 6840854"/>
                            <a:gd name="csY144" fmla="*/ 1729559 h 2638554"/>
                            <a:gd name="csX145" fmla="*/ 5231645 w 6840854"/>
                            <a:gd name="csY145" fmla="*/ 1597468 h 2638554"/>
                            <a:gd name="csX146" fmla="*/ 5279579 w 6840854"/>
                            <a:gd name="csY146" fmla="*/ 1433066 h 2638554"/>
                            <a:gd name="csX147" fmla="*/ 5341208 w 6840854"/>
                            <a:gd name="csY147" fmla="*/ 1209628 h 2638554"/>
                            <a:gd name="csX148" fmla="*/ 5498705 w 6840854"/>
                            <a:gd name="csY148" fmla="*/ 630710 h 2638554"/>
                            <a:gd name="csX149" fmla="*/ 5539792 w 6840854"/>
                            <a:gd name="csY149" fmla="*/ 492834 h 2638554"/>
                            <a:gd name="csX150" fmla="*/ 5574030 w 6840854"/>
                            <a:gd name="csY150" fmla="*/ 386674 h 2638554"/>
                            <a:gd name="csX151" fmla="*/ 5608269 w 6840854"/>
                            <a:gd name="csY151" fmla="*/ 290370 h 2638554"/>
                            <a:gd name="csX152" fmla="*/ 5635660 w 6840854"/>
                            <a:gd name="csY152" fmla="*/ 221555 h 2638554"/>
                            <a:gd name="csX153" fmla="*/ 5663050 w 6840854"/>
                            <a:gd name="csY153" fmla="*/ 160914 h 2638554"/>
                            <a:gd name="csX154" fmla="*/ 5683593 w 6840854"/>
                            <a:gd name="csY154" fmla="*/ 121226 h 2638554"/>
                            <a:gd name="csX155" fmla="*/ 5704137 w 6840854"/>
                            <a:gd name="csY155" fmla="*/ 86800 h 2638554"/>
                            <a:gd name="csX156" fmla="*/ 5724680 w 6840854"/>
                            <a:gd name="csY156" fmla="*/ 57869 h 2638554"/>
                            <a:gd name="csX157" fmla="*/ 5745223 w 6840854"/>
                            <a:gd name="csY157" fmla="*/ 34628 h 2638554"/>
                            <a:gd name="csX158" fmla="*/ 5758918 w 6840854"/>
                            <a:gd name="csY158" fmla="*/ 22376 h 2638554"/>
                            <a:gd name="csX159" fmla="*/ 5772614 w 6840854"/>
                            <a:gd name="csY159" fmla="*/ 12761 h 2638554"/>
                            <a:gd name="csX160" fmla="*/ 5786309 w 6840854"/>
                            <a:gd name="csY160" fmla="*/ 5814 h 2638554"/>
                            <a:gd name="csX161" fmla="*/ 5800005 w 6840854"/>
                            <a:gd name="csY161" fmla="*/ 1556 h 2638554"/>
                            <a:gd name="csX162" fmla="*/ 5813700 w 6840854"/>
                            <a:gd name="csY162" fmla="*/ 0 h 2638554"/>
                            <a:gd name="csX163" fmla="*/ 5827395 w 6840854"/>
                            <a:gd name="csY163" fmla="*/ 1150 h 2638554"/>
                            <a:gd name="csX164" fmla="*/ 5841091 w 6840854"/>
                            <a:gd name="csY164" fmla="*/ 5004 h 2638554"/>
                            <a:gd name="csX165" fmla="*/ 5854786 w 6840854"/>
                            <a:gd name="csY165" fmla="*/ 11549 h 2638554"/>
                            <a:gd name="csX166" fmla="*/ 5868481 w 6840854"/>
                            <a:gd name="csY166" fmla="*/ 20765 h 2638554"/>
                            <a:gd name="csX167" fmla="*/ 5882177 w 6840854"/>
                            <a:gd name="csY167" fmla="*/ 32623 h 2638554"/>
                            <a:gd name="csX168" fmla="*/ 5902720 w 6840854"/>
                            <a:gd name="csY168" fmla="*/ 55286 h 2638554"/>
                            <a:gd name="csX169" fmla="*/ 5923263 w 6840854"/>
                            <a:gd name="csY169" fmla="*/ 83657 h 2638554"/>
                            <a:gd name="csX170" fmla="*/ 5943806 w 6840854"/>
                            <a:gd name="csY170" fmla="*/ 117542 h 2638554"/>
                            <a:gd name="csX171" fmla="*/ 5964349 w 6840854"/>
                            <a:gd name="csY171" fmla="*/ 156715 h 2638554"/>
                            <a:gd name="csX172" fmla="*/ 5991740 w 6840854"/>
                            <a:gd name="csY172" fmla="*/ 216714 h 2638554"/>
                            <a:gd name="csX173" fmla="*/ 6019131 w 6840854"/>
                            <a:gd name="csY173" fmla="*/ 284942 h 2638554"/>
                            <a:gd name="csX174" fmla="*/ 6046522 w 6840854"/>
                            <a:gd name="csY174" fmla="*/ 360617 h 2638554"/>
                            <a:gd name="csX175" fmla="*/ 6080760 w 6840854"/>
                            <a:gd name="csY175" fmla="*/ 464383 h 2638554"/>
                            <a:gd name="csX176" fmla="*/ 6121847 w 6840854"/>
                            <a:gd name="csY176" fmla="*/ 600012 h 2638554"/>
                            <a:gd name="csX177" fmla="*/ 6169780 w 6840854"/>
                            <a:gd name="csY177" fmla="*/ 769533 h 2638554"/>
                            <a:gd name="csX178" fmla="*/ 6245105 w 6840854"/>
                            <a:gd name="csY178" fmla="*/ 1048788 h 2638554"/>
                            <a:gd name="csX179" fmla="*/ 6334125 w 6840854"/>
                            <a:gd name="csY179" fmla="*/ 1377037 h 2638554"/>
                            <a:gd name="csX180" fmla="*/ 6388907 w 6840854"/>
                            <a:gd name="csY180" fmla="*/ 1567713 h 2638554"/>
                            <a:gd name="csX181" fmla="*/ 6429993 w 6840854"/>
                            <a:gd name="csY181" fmla="*/ 1701706 h 2638554"/>
                            <a:gd name="csX182" fmla="*/ 6471079 w 6840854"/>
                            <a:gd name="csY182" fmla="*/ 1826469 h 2638554"/>
                            <a:gd name="csX183" fmla="*/ 6505318 w 6840854"/>
                            <a:gd name="csY183" fmla="*/ 1922717 h 2638554"/>
                            <a:gd name="csX184" fmla="*/ 6539556 w 6840854"/>
                            <a:gd name="csY184" fmla="*/ 2011593 h 2638554"/>
                            <a:gd name="csX185" fmla="*/ 6573794 w 6840854"/>
                            <a:gd name="csY185" fmla="*/ 2092946 h 2638554"/>
                            <a:gd name="csX186" fmla="*/ 6608033 w 6840854"/>
                            <a:gd name="csY186" fmla="*/ 2166780 h 2638554"/>
                            <a:gd name="csX187" fmla="*/ 6642272 w 6840854"/>
                            <a:gd name="csY187" fmla="*/ 2233231 h 2638554"/>
                            <a:gd name="csX188" fmla="*/ 6676511 w 6840854"/>
                            <a:gd name="csY188" fmla="*/ 2292551 h 2638554"/>
                            <a:gd name="csX189" fmla="*/ 6710749 w 6840854"/>
                            <a:gd name="csY189" fmla="*/ 2345079 h 2638554"/>
                            <a:gd name="csX190" fmla="*/ 6738140 w 6840854"/>
                            <a:gd name="csY190" fmla="*/ 2382486 h 2638554"/>
                            <a:gd name="csX191" fmla="*/ 6765531 w 6840854"/>
                            <a:gd name="csY191" fmla="*/ 2416041 h 2638554"/>
                            <a:gd name="csX192" fmla="*/ 6792921 w 6840854"/>
                            <a:gd name="csY192" fmla="*/ 2445993 h 2638554"/>
                            <a:gd name="csX193" fmla="*/ 6827160 w 6840854"/>
                            <a:gd name="csY193" fmla="*/ 2478756 h 2638554"/>
                            <a:gd name="csX194" fmla="*/ 6840855 w 6840854"/>
                            <a:gd name="csY194" fmla="*/ 2490510 h 2638554"/>
                            <a:gd name="csX195" fmla="*/ 6840855 w 6840854"/>
                            <a:gd name="csY195" fmla="*/ 2490510 h 2638554"/>
                          </a:gdLst>
                          <a:ahLst/>
                          <a:cxnLst>
                            <a:cxn ang="0">
                              <a:pos x="csX0" y="csY0"/>
                            </a:cxn>
                            <a:cxn ang="0">
                              <a:pos x="csX1" y="csY1"/>
                            </a:cxn>
                            <a:cxn ang="0">
                              <a:pos x="csX2" y="csY2"/>
                            </a:cxn>
                            <a:cxn ang="0">
                              <a:pos x="csX3" y="csY3"/>
                            </a:cxn>
                            <a:cxn ang="0">
                              <a:pos x="csX4" y="csY4"/>
                            </a:cxn>
                            <a:cxn ang="0">
                              <a:pos x="csX5" y="csY5"/>
                            </a:cxn>
                            <a:cxn ang="0">
                              <a:pos x="csX6" y="csY6"/>
                            </a:cxn>
                            <a:cxn ang="0">
                              <a:pos x="csX7" y="csY7"/>
                            </a:cxn>
                            <a:cxn ang="0">
                              <a:pos x="csX8" y="csY8"/>
                            </a:cxn>
                            <a:cxn ang="0">
                              <a:pos x="csX9" y="csY9"/>
                            </a:cxn>
                            <a:cxn ang="0">
                              <a:pos x="csX10" y="csY10"/>
                            </a:cxn>
                            <a:cxn ang="0">
                              <a:pos x="csX11" y="csY11"/>
                            </a:cxn>
                            <a:cxn ang="0">
                              <a:pos x="csX12" y="csY12"/>
                            </a:cxn>
                            <a:cxn ang="0">
                              <a:pos x="csX13" y="csY13"/>
                            </a:cxn>
                            <a:cxn ang="0">
                              <a:pos x="csX14" y="csY14"/>
                            </a:cxn>
                            <a:cxn ang="0">
                              <a:pos x="csX15" y="csY15"/>
                            </a:cxn>
                            <a:cxn ang="0">
                              <a:pos x="csX16" y="csY16"/>
                            </a:cxn>
                            <a:cxn ang="0">
                              <a:pos x="csX17" y="csY17"/>
                            </a:cxn>
                            <a:cxn ang="0">
                              <a:pos x="csX18" y="csY18"/>
                            </a:cxn>
                            <a:cxn ang="0">
                              <a:pos x="csX19" y="csY19"/>
                            </a:cxn>
                            <a:cxn ang="0">
                              <a:pos x="csX20" y="csY20"/>
                            </a:cxn>
                            <a:cxn ang="0">
                              <a:pos x="csX21" y="csY21"/>
                            </a:cxn>
                            <a:cxn ang="0">
                              <a:pos x="csX22" y="csY22"/>
                            </a:cxn>
                            <a:cxn ang="0">
                              <a:pos x="csX23" y="csY23"/>
                            </a:cxn>
                            <a:cxn ang="0">
                              <a:pos x="csX24" y="csY24"/>
                            </a:cxn>
                            <a:cxn ang="0">
                              <a:pos x="csX25" y="csY25"/>
                            </a:cxn>
                            <a:cxn ang="0">
                              <a:pos x="csX26" y="csY26"/>
                            </a:cxn>
                            <a:cxn ang="0">
                              <a:pos x="csX27" y="csY27"/>
                            </a:cxn>
                            <a:cxn ang="0">
                              <a:pos x="csX28" y="csY28"/>
                            </a:cxn>
                            <a:cxn ang="0">
                              <a:pos x="csX29" y="csY29"/>
                            </a:cxn>
                            <a:cxn ang="0">
                              <a:pos x="csX30" y="csY30"/>
                            </a:cxn>
                            <a:cxn ang="0">
                              <a:pos x="csX31" y="csY31"/>
                            </a:cxn>
                            <a:cxn ang="0">
                              <a:pos x="csX32" y="csY32"/>
                            </a:cxn>
                            <a:cxn ang="0">
                              <a:pos x="csX33" y="csY33"/>
                            </a:cxn>
                            <a:cxn ang="0">
                              <a:pos x="csX34" y="csY34"/>
                            </a:cxn>
                            <a:cxn ang="0">
                              <a:pos x="csX35" y="csY35"/>
                            </a:cxn>
                            <a:cxn ang="0">
                              <a:pos x="csX36" y="csY36"/>
                            </a:cxn>
                            <a:cxn ang="0">
                              <a:pos x="csX37" y="csY37"/>
                            </a:cxn>
                            <a:cxn ang="0">
                              <a:pos x="csX38" y="csY38"/>
                            </a:cxn>
                            <a:cxn ang="0">
                              <a:pos x="csX39" y="csY39"/>
                            </a:cxn>
                            <a:cxn ang="0">
                              <a:pos x="csX40" y="csY40"/>
                            </a:cxn>
                            <a:cxn ang="0">
                              <a:pos x="csX41" y="csY41"/>
                            </a:cxn>
                            <a:cxn ang="0">
                              <a:pos x="csX42" y="csY42"/>
                            </a:cxn>
                            <a:cxn ang="0">
                              <a:pos x="csX43" y="csY43"/>
                            </a:cxn>
                            <a:cxn ang="0">
                              <a:pos x="csX44" y="csY44"/>
                            </a:cxn>
                            <a:cxn ang="0">
                              <a:pos x="csX45" y="csY45"/>
                            </a:cxn>
                            <a:cxn ang="0">
                              <a:pos x="csX46" y="csY46"/>
                            </a:cxn>
                            <a:cxn ang="0">
                              <a:pos x="csX47" y="csY47"/>
                            </a:cxn>
                            <a:cxn ang="0">
                              <a:pos x="csX48" y="csY48"/>
                            </a:cxn>
                            <a:cxn ang="0">
                              <a:pos x="csX49" y="csY49"/>
                            </a:cxn>
                            <a:cxn ang="0">
                              <a:pos x="csX50" y="csY50"/>
                            </a:cxn>
                            <a:cxn ang="0">
                              <a:pos x="csX51" y="csY51"/>
                            </a:cxn>
                            <a:cxn ang="0">
                              <a:pos x="csX52" y="csY52"/>
                            </a:cxn>
                            <a:cxn ang="0">
                              <a:pos x="csX53" y="csY53"/>
                            </a:cxn>
                            <a:cxn ang="0">
                              <a:pos x="csX54" y="csY54"/>
                            </a:cxn>
                            <a:cxn ang="0">
                              <a:pos x="csX55" y="csY55"/>
                            </a:cxn>
                            <a:cxn ang="0">
                              <a:pos x="csX56" y="csY56"/>
                            </a:cxn>
                            <a:cxn ang="0">
                              <a:pos x="csX57" y="csY57"/>
                            </a:cxn>
                            <a:cxn ang="0">
                              <a:pos x="csX58" y="csY58"/>
                            </a:cxn>
                            <a:cxn ang="0">
                              <a:pos x="csX59" y="csY59"/>
                            </a:cxn>
                            <a:cxn ang="0">
                              <a:pos x="csX60" y="csY60"/>
                            </a:cxn>
                            <a:cxn ang="0">
                              <a:pos x="csX61" y="csY61"/>
                            </a:cxn>
                            <a:cxn ang="0">
                              <a:pos x="csX62" y="csY62"/>
                            </a:cxn>
                            <a:cxn ang="0">
                              <a:pos x="csX63" y="csY63"/>
                            </a:cxn>
                            <a:cxn ang="0">
                              <a:pos x="csX64" y="csY64"/>
                            </a:cxn>
                            <a:cxn ang="0">
                              <a:pos x="csX65" y="csY65"/>
                            </a:cxn>
                            <a:cxn ang="0">
                              <a:pos x="csX66" y="csY66"/>
                            </a:cxn>
                            <a:cxn ang="0">
                              <a:pos x="csX67" y="csY67"/>
                            </a:cxn>
                            <a:cxn ang="0">
                              <a:pos x="csX68" y="csY68"/>
                            </a:cxn>
                            <a:cxn ang="0">
                              <a:pos x="csX69" y="csY69"/>
                            </a:cxn>
                            <a:cxn ang="0">
                              <a:pos x="csX70" y="csY70"/>
                            </a:cxn>
                            <a:cxn ang="0">
                              <a:pos x="csX71" y="csY71"/>
                            </a:cxn>
                            <a:cxn ang="0">
                              <a:pos x="csX72" y="csY72"/>
                            </a:cxn>
                            <a:cxn ang="0">
                              <a:pos x="csX73" y="csY73"/>
                            </a:cxn>
                            <a:cxn ang="0">
                              <a:pos x="csX74" y="csY74"/>
                            </a:cxn>
                            <a:cxn ang="0">
                              <a:pos x="csX75" y="csY75"/>
                            </a:cxn>
                            <a:cxn ang="0">
                              <a:pos x="csX76" y="csY76"/>
                            </a:cxn>
                            <a:cxn ang="0">
                              <a:pos x="csX77" y="csY77"/>
                            </a:cxn>
                            <a:cxn ang="0">
                              <a:pos x="csX78" y="csY78"/>
                            </a:cxn>
                            <a:cxn ang="0">
                              <a:pos x="csX79" y="csY79"/>
                            </a:cxn>
                            <a:cxn ang="0">
                              <a:pos x="csX80" y="csY80"/>
                            </a:cxn>
                            <a:cxn ang="0">
                              <a:pos x="csX81" y="csY81"/>
                            </a:cxn>
                            <a:cxn ang="0">
                              <a:pos x="csX82" y="csY82"/>
                            </a:cxn>
                            <a:cxn ang="0">
                              <a:pos x="csX83" y="csY83"/>
                            </a:cxn>
                            <a:cxn ang="0">
                              <a:pos x="csX84" y="csY84"/>
                            </a:cxn>
                            <a:cxn ang="0">
                              <a:pos x="csX85" y="csY85"/>
                            </a:cxn>
                            <a:cxn ang="0">
                              <a:pos x="csX86" y="csY86"/>
                            </a:cxn>
                            <a:cxn ang="0">
                              <a:pos x="csX87" y="csY87"/>
                            </a:cxn>
                            <a:cxn ang="0">
                              <a:pos x="csX88" y="csY88"/>
                            </a:cxn>
                            <a:cxn ang="0">
                              <a:pos x="csX89" y="csY89"/>
                            </a:cxn>
                            <a:cxn ang="0">
                              <a:pos x="csX90" y="csY90"/>
                            </a:cxn>
                            <a:cxn ang="0">
                              <a:pos x="csX91" y="csY91"/>
                            </a:cxn>
                            <a:cxn ang="0">
                              <a:pos x="csX92" y="csY92"/>
                            </a:cxn>
                            <a:cxn ang="0">
                              <a:pos x="csX93" y="csY93"/>
                            </a:cxn>
                            <a:cxn ang="0">
                              <a:pos x="csX94" y="csY94"/>
                            </a:cxn>
                            <a:cxn ang="0">
                              <a:pos x="csX95" y="csY95"/>
                            </a:cxn>
                            <a:cxn ang="0">
                              <a:pos x="csX96" y="csY96"/>
                            </a:cxn>
                            <a:cxn ang="0">
                              <a:pos x="csX97" y="csY97"/>
                            </a:cxn>
                            <a:cxn ang="0">
                              <a:pos x="csX98" y="csY98"/>
                            </a:cxn>
                            <a:cxn ang="0">
                              <a:pos x="csX99" y="csY99"/>
                            </a:cxn>
                            <a:cxn ang="0">
                              <a:pos x="csX100" y="csY100"/>
                            </a:cxn>
                            <a:cxn ang="0">
                              <a:pos x="csX101" y="csY101"/>
                            </a:cxn>
                            <a:cxn ang="0">
                              <a:pos x="csX102" y="csY102"/>
                            </a:cxn>
                            <a:cxn ang="0">
                              <a:pos x="csX103" y="csY103"/>
                            </a:cxn>
                            <a:cxn ang="0">
                              <a:pos x="csX104" y="csY104"/>
                            </a:cxn>
                            <a:cxn ang="0">
                              <a:pos x="csX105" y="csY105"/>
                            </a:cxn>
                            <a:cxn ang="0">
                              <a:pos x="csX106" y="csY106"/>
                            </a:cxn>
                            <a:cxn ang="0">
                              <a:pos x="csX107" y="csY107"/>
                            </a:cxn>
                            <a:cxn ang="0">
                              <a:pos x="csX108" y="csY108"/>
                            </a:cxn>
                            <a:cxn ang="0">
                              <a:pos x="csX109" y="csY109"/>
                            </a:cxn>
                            <a:cxn ang="0">
                              <a:pos x="csX110" y="csY110"/>
                            </a:cxn>
                            <a:cxn ang="0">
                              <a:pos x="csX111" y="csY111"/>
                            </a:cxn>
                            <a:cxn ang="0">
                              <a:pos x="csX112" y="csY112"/>
                            </a:cxn>
                            <a:cxn ang="0">
                              <a:pos x="csX113" y="csY113"/>
                            </a:cxn>
                            <a:cxn ang="0">
                              <a:pos x="csX114" y="csY114"/>
                            </a:cxn>
                            <a:cxn ang="0">
                              <a:pos x="csX115" y="csY115"/>
                            </a:cxn>
                            <a:cxn ang="0">
                              <a:pos x="csX116" y="csY116"/>
                            </a:cxn>
                            <a:cxn ang="0">
                              <a:pos x="csX117" y="csY117"/>
                            </a:cxn>
                            <a:cxn ang="0">
                              <a:pos x="csX118" y="csY118"/>
                            </a:cxn>
                            <a:cxn ang="0">
                              <a:pos x="csX119" y="csY119"/>
                            </a:cxn>
                            <a:cxn ang="0">
                              <a:pos x="csX120" y="csY120"/>
                            </a:cxn>
                            <a:cxn ang="0">
                              <a:pos x="csX121" y="csY121"/>
                            </a:cxn>
                            <a:cxn ang="0">
                              <a:pos x="csX122" y="csY122"/>
                            </a:cxn>
                            <a:cxn ang="0">
                              <a:pos x="csX123" y="csY123"/>
                            </a:cxn>
                            <a:cxn ang="0">
                              <a:pos x="csX124" y="csY124"/>
                            </a:cxn>
                            <a:cxn ang="0">
                              <a:pos x="csX125" y="csY125"/>
                            </a:cxn>
                            <a:cxn ang="0">
                              <a:pos x="csX126" y="csY126"/>
                            </a:cxn>
                            <a:cxn ang="0">
                              <a:pos x="csX127" y="csY127"/>
                            </a:cxn>
                            <a:cxn ang="0">
                              <a:pos x="csX128" y="csY128"/>
                            </a:cxn>
                            <a:cxn ang="0">
                              <a:pos x="csX129" y="csY129"/>
                            </a:cxn>
                            <a:cxn ang="0">
                              <a:pos x="csX130" y="csY130"/>
                            </a:cxn>
                            <a:cxn ang="0">
                              <a:pos x="csX131" y="csY131"/>
                            </a:cxn>
                            <a:cxn ang="0">
                              <a:pos x="csX132" y="csY132"/>
                            </a:cxn>
                            <a:cxn ang="0">
                              <a:pos x="csX133" y="csY133"/>
                            </a:cxn>
                            <a:cxn ang="0">
                              <a:pos x="csX134" y="csY134"/>
                            </a:cxn>
                            <a:cxn ang="0">
                              <a:pos x="csX135" y="csY135"/>
                            </a:cxn>
                            <a:cxn ang="0">
                              <a:pos x="csX136" y="csY136"/>
                            </a:cxn>
                            <a:cxn ang="0">
                              <a:pos x="csX137" y="csY137"/>
                            </a:cxn>
                            <a:cxn ang="0">
                              <a:pos x="csX138" y="csY138"/>
                            </a:cxn>
                            <a:cxn ang="0">
                              <a:pos x="csX139" y="csY139"/>
                            </a:cxn>
                            <a:cxn ang="0">
                              <a:pos x="csX140" y="csY140"/>
                            </a:cxn>
                            <a:cxn ang="0">
                              <a:pos x="csX141" y="csY141"/>
                            </a:cxn>
                            <a:cxn ang="0">
                              <a:pos x="csX142" y="csY142"/>
                            </a:cxn>
                            <a:cxn ang="0">
                              <a:pos x="csX143" y="csY143"/>
                            </a:cxn>
                            <a:cxn ang="0">
                              <a:pos x="csX144" y="csY144"/>
                            </a:cxn>
                            <a:cxn ang="0">
                              <a:pos x="csX145" y="csY145"/>
                            </a:cxn>
                            <a:cxn ang="0">
                              <a:pos x="csX146" y="csY146"/>
                            </a:cxn>
                            <a:cxn ang="0">
                              <a:pos x="csX147" y="csY147"/>
                            </a:cxn>
                            <a:cxn ang="0">
                              <a:pos x="csX148" y="csY148"/>
                            </a:cxn>
                            <a:cxn ang="0">
                              <a:pos x="csX149" y="csY149"/>
                            </a:cxn>
                            <a:cxn ang="0">
                              <a:pos x="csX150" y="csY150"/>
                            </a:cxn>
                            <a:cxn ang="0">
                              <a:pos x="csX151" y="csY151"/>
                            </a:cxn>
                            <a:cxn ang="0">
                              <a:pos x="csX152" y="csY152"/>
                            </a:cxn>
                            <a:cxn ang="0">
                              <a:pos x="csX153" y="csY153"/>
                            </a:cxn>
                            <a:cxn ang="0">
                              <a:pos x="csX154" y="csY154"/>
                            </a:cxn>
                            <a:cxn ang="0">
                              <a:pos x="csX155" y="csY155"/>
                            </a:cxn>
                            <a:cxn ang="0">
                              <a:pos x="csX156" y="csY156"/>
                            </a:cxn>
                            <a:cxn ang="0">
                              <a:pos x="csX157" y="csY157"/>
                            </a:cxn>
                            <a:cxn ang="0">
                              <a:pos x="csX158" y="csY158"/>
                            </a:cxn>
                            <a:cxn ang="0">
                              <a:pos x="csX159" y="csY159"/>
                            </a:cxn>
                            <a:cxn ang="0">
                              <a:pos x="csX160" y="csY160"/>
                            </a:cxn>
                            <a:cxn ang="0">
                              <a:pos x="csX161" y="csY161"/>
                            </a:cxn>
                            <a:cxn ang="0">
                              <a:pos x="csX162" y="csY162"/>
                            </a:cxn>
                            <a:cxn ang="0">
                              <a:pos x="csX163" y="csY163"/>
                            </a:cxn>
                            <a:cxn ang="0">
                              <a:pos x="csX164" y="csY164"/>
                            </a:cxn>
                            <a:cxn ang="0">
                              <a:pos x="csX165" y="csY165"/>
                            </a:cxn>
                            <a:cxn ang="0">
                              <a:pos x="csX166" y="csY166"/>
                            </a:cxn>
                            <a:cxn ang="0">
                              <a:pos x="csX167" y="csY167"/>
                            </a:cxn>
                            <a:cxn ang="0">
                              <a:pos x="csX168" y="csY168"/>
                            </a:cxn>
                            <a:cxn ang="0">
                              <a:pos x="csX169" y="csY169"/>
                            </a:cxn>
                            <a:cxn ang="0">
                              <a:pos x="csX170" y="csY170"/>
                            </a:cxn>
                            <a:cxn ang="0">
                              <a:pos x="csX171" y="csY171"/>
                            </a:cxn>
                            <a:cxn ang="0">
                              <a:pos x="csX172" y="csY172"/>
                            </a:cxn>
                            <a:cxn ang="0">
                              <a:pos x="csX173" y="csY173"/>
                            </a:cxn>
                            <a:cxn ang="0">
                              <a:pos x="csX174" y="csY174"/>
                            </a:cxn>
                            <a:cxn ang="0">
                              <a:pos x="csX175" y="csY175"/>
                            </a:cxn>
                            <a:cxn ang="0">
                              <a:pos x="csX176" y="csY176"/>
                            </a:cxn>
                            <a:cxn ang="0">
                              <a:pos x="csX177" y="csY177"/>
                            </a:cxn>
                            <a:cxn ang="0">
                              <a:pos x="csX178" y="csY178"/>
                            </a:cxn>
                            <a:cxn ang="0">
                              <a:pos x="csX179" y="csY179"/>
                            </a:cxn>
                            <a:cxn ang="0">
                              <a:pos x="csX180" y="csY180"/>
                            </a:cxn>
                            <a:cxn ang="0">
                              <a:pos x="csX181" y="csY181"/>
                            </a:cxn>
                            <a:cxn ang="0">
                              <a:pos x="csX182" y="csY182"/>
                            </a:cxn>
                            <a:cxn ang="0">
                              <a:pos x="csX183" y="csY183"/>
                            </a:cxn>
                            <a:cxn ang="0">
                              <a:pos x="csX184" y="csY184"/>
                            </a:cxn>
                            <a:cxn ang="0">
                              <a:pos x="csX185" y="csY185"/>
                            </a:cxn>
                            <a:cxn ang="0">
                              <a:pos x="csX186" y="csY186"/>
                            </a:cxn>
                            <a:cxn ang="0">
                              <a:pos x="csX187" y="csY187"/>
                            </a:cxn>
                            <a:cxn ang="0">
                              <a:pos x="csX188" y="csY188"/>
                            </a:cxn>
                            <a:cxn ang="0">
                              <a:pos x="csX189" y="csY189"/>
                            </a:cxn>
                            <a:cxn ang="0">
                              <a:pos x="csX190" y="csY190"/>
                            </a:cxn>
                            <a:cxn ang="0">
                              <a:pos x="csX191" y="csY191"/>
                            </a:cxn>
                            <a:cxn ang="0">
                              <a:pos x="csX192" y="csY192"/>
                            </a:cxn>
                            <a:cxn ang="0">
                              <a:pos x="csX193" y="csY193"/>
                            </a:cxn>
                            <a:cxn ang="0">
                              <a:pos x="csX194" y="csY194"/>
                            </a:cxn>
                            <a:cxn ang="0">
                              <a:pos x="csX195" y="csY195"/>
                            </a:cxn>
                          </a:cxnLst>
                          <a:rect l="l" t="t" r="r" b="b"/>
                          <a:pathLst>
                            <a:path w="6840854" h="2638554">
                              <a:moveTo>
                                <a:pt x="0" y="2621041"/>
                              </a:moveTo>
                              <a:lnTo>
                                <a:pt x="47934" y="2612112"/>
                              </a:lnTo>
                              <a:lnTo>
                                <a:pt x="89020" y="2601511"/>
                              </a:lnTo>
                              <a:lnTo>
                                <a:pt x="123259" y="2590043"/>
                              </a:lnTo>
                              <a:lnTo>
                                <a:pt x="157497" y="2575665"/>
                              </a:lnTo>
                              <a:lnTo>
                                <a:pt x="191736" y="2557847"/>
                              </a:lnTo>
                              <a:lnTo>
                                <a:pt x="219126" y="2540733"/>
                              </a:lnTo>
                              <a:lnTo>
                                <a:pt x="246517" y="2520753"/>
                              </a:lnTo>
                              <a:lnTo>
                                <a:pt x="273908" y="2497602"/>
                              </a:lnTo>
                              <a:lnTo>
                                <a:pt x="301299" y="2470982"/>
                              </a:lnTo>
                              <a:lnTo>
                                <a:pt x="328690" y="2440612"/>
                              </a:lnTo>
                              <a:lnTo>
                                <a:pt x="356081" y="2406236"/>
                              </a:lnTo>
                              <a:lnTo>
                                <a:pt x="383471" y="2367635"/>
                              </a:lnTo>
                              <a:lnTo>
                                <a:pt x="410862" y="2324642"/>
                              </a:lnTo>
                              <a:lnTo>
                                <a:pt x="438253" y="2277153"/>
                              </a:lnTo>
                              <a:lnTo>
                                <a:pt x="472491" y="2211439"/>
                              </a:lnTo>
                              <a:lnTo>
                                <a:pt x="506730" y="2138812"/>
                              </a:lnTo>
                              <a:lnTo>
                                <a:pt x="540969" y="2059667"/>
                              </a:lnTo>
                              <a:lnTo>
                                <a:pt x="582055" y="1957057"/>
                              </a:lnTo>
                              <a:lnTo>
                                <a:pt x="629989" y="1829040"/>
                              </a:lnTo>
                              <a:lnTo>
                                <a:pt x="794334" y="1380264"/>
                              </a:lnTo>
                              <a:lnTo>
                                <a:pt x="828572" y="1298670"/>
                              </a:lnTo>
                              <a:lnTo>
                                <a:pt x="855963" y="1239731"/>
                              </a:lnTo>
                              <a:lnTo>
                                <a:pt x="883354" y="1187535"/>
                              </a:lnTo>
                              <a:lnTo>
                                <a:pt x="903897" y="1153377"/>
                              </a:lnTo>
                              <a:lnTo>
                                <a:pt x="924440" y="1123889"/>
                              </a:lnTo>
                              <a:lnTo>
                                <a:pt x="944983" y="1099378"/>
                              </a:lnTo>
                              <a:lnTo>
                                <a:pt x="965526" y="1080102"/>
                              </a:lnTo>
                              <a:lnTo>
                                <a:pt x="979222" y="1070265"/>
                              </a:lnTo>
                              <a:lnTo>
                                <a:pt x="992917" y="1062893"/>
                              </a:lnTo>
                              <a:lnTo>
                                <a:pt x="1006612" y="1058022"/>
                              </a:lnTo>
                              <a:lnTo>
                                <a:pt x="1020308" y="1055676"/>
                              </a:lnTo>
                              <a:lnTo>
                                <a:pt x="1034003" y="1055867"/>
                              </a:lnTo>
                              <a:lnTo>
                                <a:pt x="1047699" y="1058592"/>
                              </a:lnTo>
                              <a:lnTo>
                                <a:pt x="1061394" y="1063840"/>
                              </a:lnTo>
                              <a:lnTo>
                                <a:pt x="1075089" y="1071584"/>
                              </a:lnTo>
                              <a:lnTo>
                                <a:pt x="1088785" y="1081788"/>
                              </a:lnTo>
                              <a:lnTo>
                                <a:pt x="1109328" y="1101598"/>
                              </a:lnTo>
                              <a:lnTo>
                                <a:pt x="1129871" y="1126618"/>
                              </a:lnTo>
                              <a:lnTo>
                                <a:pt x="1150414" y="1156588"/>
                              </a:lnTo>
                              <a:lnTo>
                                <a:pt x="1170957" y="1191194"/>
                              </a:lnTo>
                              <a:lnTo>
                                <a:pt x="1198348" y="1243930"/>
                              </a:lnTo>
                              <a:lnTo>
                                <a:pt x="1225739" y="1303335"/>
                              </a:lnTo>
                              <a:lnTo>
                                <a:pt x="1259977" y="1385398"/>
                              </a:lnTo>
                              <a:lnTo>
                                <a:pt x="1301064" y="1492504"/>
                              </a:lnTo>
                              <a:lnTo>
                                <a:pt x="1362693" y="1663003"/>
                              </a:lnTo>
                              <a:lnTo>
                                <a:pt x="1444865" y="1890310"/>
                              </a:lnTo>
                              <a:lnTo>
                                <a:pt x="1492799" y="2014444"/>
                              </a:lnTo>
                              <a:lnTo>
                                <a:pt x="1533885" y="2112606"/>
                              </a:lnTo>
                              <a:lnTo>
                                <a:pt x="1568124" y="2187507"/>
                              </a:lnTo>
                              <a:lnTo>
                                <a:pt x="1602362" y="2255600"/>
                              </a:lnTo>
                              <a:lnTo>
                                <a:pt x="1636601" y="2316658"/>
                              </a:lnTo>
                              <a:lnTo>
                                <a:pt x="1663992" y="2360432"/>
                              </a:lnTo>
                              <a:lnTo>
                                <a:pt x="1691383" y="2399791"/>
                              </a:lnTo>
                              <a:lnTo>
                                <a:pt x="1718773" y="2434892"/>
                              </a:lnTo>
                              <a:lnTo>
                                <a:pt x="1746164" y="2465946"/>
                              </a:lnTo>
                              <a:lnTo>
                                <a:pt x="1773555" y="2493202"/>
                              </a:lnTo>
                              <a:lnTo>
                                <a:pt x="1800946" y="2516939"/>
                              </a:lnTo>
                              <a:lnTo>
                                <a:pt x="1828337" y="2537452"/>
                              </a:lnTo>
                              <a:lnTo>
                                <a:pt x="1855727" y="2555045"/>
                              </a:lnTo>
                              <a:lnTo>
                                <a:pt x="1889966" y="2573390"/>
                              </a:lnTo>
                              <a:lnTo>
                                <a:pt x="1924204" y="2588217"/>
                              </a:lnTo>
                              <a:lnTo>
                                <a:pt x="1958443" y="2600062"/>
                              </a:lnTo>
                              <a:lnTo>
                                <a:pt x="1999529" y="2611030"/>
                              </a:lnTo>
                              <a:lnTo>
                                <a:pt x="2040615" y="2619162"/>
                              </a:lnTo>
                              <a:lnTo>
                                <a:pt x="2088549" y="2625907"/>
                              </a:lnTo>
                              <a:lnTo>
                                <a:pt x="2150179" y="2631466"/>
                              </a:lnTo>
                              <a:lnTo>
                                <a:pt x="2225504" y="2635109"/>
                              </a:lnTo>
                              <a:lnTo>
                                <a:pt x="2300828" y="2635907"/>
                              </a:lnTo>
                              <a:lnTo>
                                <a:pt x="2348762" y="2633645"/>
                              </a:lnTo>
                              <a:lnTo>
                                <a:pt x="2383001" y="2628903"/>
                              </a:lnTo>
                              <a:lnTo>
                                <a:pt x="2410392" y="2621619"/>
                              </a:lnTo>
                              <a:lnTo>
                                <a:pt x="2430935" y="2613026"/>
                              </a:lnTo>
                              <a:lnTo>
                                <a:pt x="2451478" y="2600717"/>
                              </a:lnTo>
                              <a:lnTo>
                                <a:pt x="2465173" y="2589900"/>
                              </a:lnTo>
                              <a:lnTo>
                                <a:pt x="2478869" y="2576567"/>
                              </a:lnTo>
                              <a:lnTo>
                                <a:pt x="2492564" y="2560331"/>
                              </a:lnTo>
                              <a:lnTo>
                                <a:pt x="2506259" y="2540797"/>
                              </a:lnTo>
                              <a:lnTo>
                                <a:pt x="2519955" y="2517582"/>
                              </a:lnTo>
                              <a:lnTo>
                                <a:pt x="2533650" y="2490329"/>
                              </a:lnTo>
                              <a:lnTo>
                                <a:pt x="2554193" y="2441233"/>
                              </a:lnTo>
                              <a:lnTo>
                                <a:pt x="2574736" y="2381711"/>
                              </a:lnTo>
                              <a:lnTo>
                                <a:pt x="2595279" y="2311672"/>
                              </a:lnTo>
                              <a:lnTo>
                                <a:pt x="2615823" y="2231801"/>
                              </a:lnTo>
                              <a:lnTo>
                                <a:pt x="2643213" y="2112911"/>
                              </a:lnTo>
                              <a:lnTo>
                                <a:pt x="2718538" y="1773219"/>
                              </a:lnTo>
                              <a:lnTo>
                                <a:pt x="2739081" y="1698006"/>
                              </a:lnTo>
                              <a:lnTo>
                                <a:pt x="2752777" y="1656643"/>
                              </a:lnTo>
                              <a:lnTo>
                                <a:pt x="2766472" y="1623682"/>
                              </a:lnTo>
                              <a:lnTo>
                                <a:pt x="2780167" y="1600072"/>
                              </a:lnTo>
                              <a:lnTo>
                                <a:pt x="2787015" y="1592002"/>
                              </a:lnTo>
                              <a:lnTo>
                                <a:pt x="2793863" y="1586509"/>
                              </a:lnTo>
                              <a:lnTo>
                                <a:pt x="2800711" y="1583632"/>
                              </a:lnTo>
                              <a:lnTo>
                                <a:pt x="2807558" y="1583395"/>
                              </a:lnTo>
                              <a:lnTo>
                                <a:pt x="2814406" y="1585798"/>
                              </a:lnTo>
                              <a:lnTo>
                                <a:pt x="2821254" y="1590823"/>
                              </a:lnTo>
                              <a:lnTo>
                                <a:pt x="2828101" y="1598433"/>
                              </a:lnTo>
                              <a:lnTo>
                                <a:pt x="2841797" y="1621164"/>
                              </a:lnTo>
                              <a:lnTo>
                                <a:pt x="2855492" y="1653320"/>
                              </a:lnTo>
                              <a:lnTo>
                                <a:pt x="2869188" y="1693973"/>
                              </a:lnTo>
                              <a:lnTo>
                                <a:pt x="2889731" y="1768335"/>
                              </a:lnTo>
                              <a:lnTo>
                                <a:pt x="2910274" y="1854716"/>
                              </a:lnTo>
                              <a:lnTo>
                                <a:pt x="2951360" y="2044204"/>
                              </a:lnTo>
                              <a:lnTo>
                                <a:pt x="2985598" y="2198037"/>
                              </a:lnTo>
                              <a:lnTo>
                                <a:pt x="3012989" y="2307188"/>
                              </a:lnTo>
                              <a:lnTo>
                                <a:pt x="3033532" y="2377857"/>
                              </a:lnTo>
                              <a:lnTo>
                                <a:pt x="3054075" y="2438032"/>
                              </a:lnTo>
                              <a:lnTo>
                                <a:pt x="3074619" y="2487762"/>
                              </a:lnTo>
                              <a:lnTo>
                                <a:pt x="3095162" y="2527692"/>
                              </a:lnTo>
                              <a:lnTo>
                                <a:pt x="3108857" y="2549376"/>
                              </a:lnTo>
                              <a:lnTo>
                                <a:pt x="3122553" y="2567537"/>
                              </a:lnTo>
                              <a:lnTo>
                                <a:pt x="3143096" y="2589032"/>
                              </a:lnTo>
                              <a:lnTo>
                                <a:pt x="3163639" y="2604799"/>
                              </a:lnTo>
                              <a:lnTo>
                                <a:pt x="3184182" y="2616068"/>
                              </a:lnTo>
                              <a:lnTo>
                                <a:pt x="3204725" y="2623919"/>
                              </a:lnTo>
                              <a:lnTo>
                                <a:pt x="3232116" y="2630599"/>
                              </a:lnTo>
                              <a:lnTo>
                                <a:pt x="3266354" y="2635068"/>
                              </a:lnTo>
                              <a:lnTo>
                                <a:pt x="3314288" y="2637602"/>
                              </a:lnTo>
                              <a:lnTo>
                                <a:pt x="3403308" y="2638555"/>
                              </a:lnTo>
                              <a:lnTo>
                                <a:pt x="3978516" y="2638368"/>
                              </a:lnTo>
                              <a:lnTo>
                                <a:pt x="4204490" y="2636435"/>
                              </a:lnTo>
                              <a:lnTo>
                                <a:pt x="4320901" y="2632733"/>
                              </a:lnTo>
                              <a:lnTo>
                                <a:pt x="4403073" y="2627300"/>
                              </a:lnTo>
                              <a:lnTo>
                                <a:pt x="4464702" y="2620583"/>
                              </a:lnTo>
                              <a:lnTo>
                                <a:pt x="4519484" y="2611805"/>
                              </a:lnTo>
                              <a:lnTo>
                                <a:pt x="4567418" y="2601193"/>
                              </a:lnTo>
                              <a:lnTo>
                                <a:pt x="4608504" y="2589307"/>
                              </a:lnTo>
                              <a:lnTo>
                                <a:pt x="4649590" y="2574245"/>
                              </a:lnTo>
                              <a:lnTo>
                                <a:pt x="4683829" y="2558800"/>
                              </a:lnTo>
                              <a:lnTo>
                                <a:pt x="4718067" y="2540283"/>
                              </a:lnTo>
                              <a:lnTo>
                                <a:pt x="4752306" y="2518245"/>
                              </a:lnTo>
                              <a:lnTo>
                                <a:pt x="4786544" y="2492210"/>
                              </a:lnTo>
                              <a:lnTo>
                                <a:pt x="4813935" y="2468172"/>
                              </a:lnTo>
                              <a:lnTo>
                                <a:pt x="4841326" y="2441001"/>
                              </a:lnTo>
                              <a:lnTo>
                                <a:pt x="4868717" y="2410436"/>
                              </a:lnTo>
                              <a:lnTo>
                                <a:pt x="4896108" y="2376225"/>
                              </a:lnTo>
                              <a:lnTo>
                                <a:pt x="4923498" y="2338120"/>
                              </a:lnTo>
                              <a:lnTo>
                                <a:pt x="4950889" y="2295891"/>
                              </a:lnTo>
                              <a:lnTo>
                                <a:pt x="4978280" y="2249328"/>
                              </a:lnTo>
                              <a:lnTo>
                                <a:pt x="5012518" y="2184759"/>
                              </a:lnTo>
                              <a:lnTo>
                                <a:pt x="5046757" y="2112863"/>
                              </a:lnTo>
                              <a:lnTo>
                                <a:pt x="5080996" y="2033471"/>
                              </a:lnTo>
                              <a:lnTo>
                                <a:pt x="5115234" y="1946543"/>
                              </a:lnTo>
                              <a:lnTo>
                                <a:pt x="5149473" y="1852188"/>
                              </a:lnTo>
                              <a:lnTo>
                                <a:pt x="5190559" y="1729559"/>
                              </a:lnTo>
                              <a:lnTo>
                                <a:pt x="5231645" y="1597468"/>
                              </a:lnTo>
                              <a:lnTo>
                                <a:pt x="5279579" y="1433066"/>
                              </a:lnTo>
                              <a:lnTo>
                                <a:pt x="5341208" y="1209628"/>
                              </a:lnTo>
                              <a:lnTo>
                                <a:pt x="5498705" y="630710"/>
                              </a:lnTo>
                              <a:lnTo>
                                <a:pt x="5539792" y="492834"/>
                              </a:lnTo>
                              <a:lnTo>
                                <a:pt x="5574030" y="386674"/>
                              </a:lnTo>
                              <a:lnTo>
                                <a:pt x="5608269" y="290370"/>
                              </a:lnTo>
                              <a:lnTo>
                                <a:pt x="5635660" y="221555"/>
                              </a:lnTo>
                              <a:lnTo>
                                <a:pt x="5663050" y="160914"/>
                              </a:lnTo>
                              <a:lnTo>
                                <a:pt x="5683593" y="121226"/>
                              </a:lnTo>
                              <a:lnTo>
                                <a:pt x="5704137" y="86800"/>
                              </a:lnTo>
                              <a:lnTo>
                                <a:pt x="5724680" y="57869"/>
                              </a:lnTo>
                              <a:lnTo>
                                <a:pt x="5745223" y="34628"/>
                              </a:lnTo>
                              <a:lnTo>
                                <a:pt x="5758918" y="22376"/>
                              </a:lnTo>
                              <a:lnTo>
                                <a:pt x="5772614" y="12761"/>
                              </a:lnTo>
                              <a:lnTo>
                                <a:pt x="5786309" y="5814"/>
                              </a:lnTo>
                              <a:lnTo>
                                <a:pt x="5800005" y="1556"/>
                              </a:lnTo>
                              <a:lnTo>
                                <a:pt x="5813700" y="0"/>
                              </a:lnTo>
                              <a:lnTo>
                                <a:pt x="5827395" y="1150"/>
                              </a:lnTo>
                              <a:lnTo>
                                <a:pt x="5841091" y="5004"/>
                              </a:lnTo>
                              <a:lnTo>
                                <a:pt x="5854786" y="11549"/>
                              </a:lnTo>
                              <a:lnTo>
                                <a:pt x="5868481" y="20765"/>
                              </a:lnTo>
                              <a:lnTo>
                                <a:pt x="5882177" y="32623"/>
                              </a:lnTo>
                              <a:lnTo>
                                <a:pt x="5902720" y="55286"/>
                              </a:lnTo>
                              <a:lnTo>
                                <a:pt x="5923263" y="83657"/>
                              </a:lnTo>
                              <a:lnTo>
                                <a:pt x="5943806" y="117542"/>
                              </a:lnTo>
                              <a:lnTo>
                                <a:pt x="5964349" y="156715"/>
                              </a:lnTo>
                              <a:lnTo>
                                <a:pt x="5991740" y="216714"/>
                              </a:lnTo>
                              <a:lnTo>
                                <a:pt x="6019131" y="284942"/>
                              </a:lnTo>
                              <a:lnTo>
                                <a:pt x="6046522" y="360617"/>
                              </a:lnTo>
                              <a:lnTo>
                                <a:pt x="6080760" y="464383"/>
                              </a:lnTo>
                              <a:lnTo>
                                <a:pt x="6121847" y="600012"/>
                              </a:lnTo>
                              <a:lnTo>
                                <a:pt x="6169780" y="769533"/>
                              </a:lnTo>
                              <a:lnTo>
                                <a:pt x="6245105" y="1048788"/>
                              </a:lnTo>
                              <a:lnTo>
                                <a:pt x="6334125" y="1377037"/>
                              </a:lnTo>
                              <a:lnTo>
                                <a:pt x="6388907" y="1567713"/>
                              </a:lnTo>
                              <a:lnTo>
                                <a:pt x="6429993" y="1701706"/>
                              </a:lnTo>
                              <a:lnTo>
                                <a:pt x="6471079" y="1826469"/>
                              </a:lnTo>
                              <a:lnTo>
                                <a:pt x="6505318" y="1922717"/>
                              </a:lnTo>
                              <a:lnTo>
                                <a:pt x="6539556" y="2011593"/>
                              </a:lnTo>
                              <a:lnTo>
                                <a:pt x="6573794" y="2092946"/>
                              </a:lnTo>
                              <a:lnTo>
                                <a:pt x="6608033" y="2166780"/>
                              </a:lnTo>
                              <a:lnTo>
                                <a:pt x="6642272" y="2233231"/>
                              </a:lnTo>
                              <a:lnTo>
                                <a:pt x="6676511" y="2292551"/>
                              </a:lnTo>
                              <a:lnTo>
                                <a:pt x="6710749" y="2345079"/>
                              </a:lnTo>
                              <a:lnTo>
                                <a:pt x="6738140" y="2382486"/>
                              </a:lnTo>
                              <a:lnTo>
                                <a:pt x="6765531" y="2416041"/>
                              </a:lnTo>
                              <a:lnTo>
                                <a:pt x="6792921" y="2445993"/>
                              </a:lnTo>
                              <a:lnTo>
                                <a:pt x="6827160" y="2478756"/>
                              </a:lnTo>
                              <a:lnTo>
                                <a:pt x="6840855" y="2490510"/>
                              </a:lnTo>
                              <a:lnTo>
                                <a:pt x="6840855" y="2490510"/>
                              </a:lnTo>
                            </a:path>
                          </a:pathLst>
                        </a:cu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10" name="Freeform 109">
                  <a:extLst>
                    <a:ext uri="{FF2B5EF4-FFF2-40B4-BE49-F238E27FC236}">
                      <a16:creationId xmlns:a16="http://schemas.microsoft.com/office/drawing/2014/main" id="{07D3DCF2-20DF-D8A9-1795-567FAE49C8C2}"/>
                    </a:ext>
                  </a:extLst>
                </p:cNvPr>
                <p:cNvSpPr/>
                <p:nvPr/>
              </p:nvSpPr>
              <p:spPr>
                <a:xfrm>
                  <a:off x="1457841" y="5275878"/>
                  <a:ext cx="6840854" cy="12700"/>
                </a:xfrm>
                <a:custGeom>
                  <a:avLst/>
                  <a:gdLst>
                    <a:gd name="csX0" fmla="*/ 0 w 6840854"/>
                    <a:gd name="csY0" fmla="*/ 0 h 12700"/>
                    <a:gd name="csX1" fmla="*/ 6840855 w 6840854"/>
                    <a:gd name="csY1" fmla="*/ 0 h 127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6840854" h="12700">
                      <a:moveTo>
                        <a:pt x="0" y="0"/>
                      </a:moveTo>
                      <a:lnTo>
                        <a:pt x="6840855" y="0"/>
                      </a:lnTo>
                    </a:path>
                  </a:pathLst>
                </a:custGeom>
                <a:noFill/>
                <a:ln w="10160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FC82CDCB-3A2B-BE06-0DBD-4F96CFF92B0C}"/>
                  </a:ext>
                </a:extLst>
              </p:cNvPr>
              <p:cNvSpPr txBox="1"/>
              <p:nvPr/>
            </p:nvSpPr>
            <p:spPr>
              <a:xfrm>
                <a:off x="10768868" y="3803303"/>
                <a:ext cx="280557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IR and SEIRAS</a:t>
                </a:r>
              </a:p>
            </p:txBody>
          </p:sp>
        </p:grpSp>
        <p:sp>
          <p:nvSpPr>
            <p:cNvPr id="29" name="Right Arrow 28">
              <a:extLst>
                <a:ext uri="{FF2B5EF4-FFF2-40B4-BE49-F238E27FC236}">
                  <a16:creationId xmlns:a16="http://schemas.microsoft.com/office/drawing/2014/main" id="{057A78A5-8F53-D1F0-A22D-52894742C42F}"/>
                </a:ext>
              </a:extLst>
            </p:cNvPr>
            <p:cNvSpPr/>
            <p:nvPr/>
          </p:nvSpPr>
          <p:spPr>
            <a:xfrm rot="10800000">
              <a:off x="4735716" y="4750808"/>
              <a:ext cx="584753" cy="753905"/>
            </a:xfrm>
            <a:prstGeom prst="rightArrow">
              <a:avLst/>
            </a:prstGeom>
            <a:gradFill flip="none" rotWithShape="1">
              <a:gsLst>
                <a:gs pos="0">
                  <a:schemeClr val="tx2">
                    <a:lumMod val="25000"/>
                    <a:lumOff val="75000"/>
                  </a:schemeClr>
                </a:gs>
                <a:gs pos="100000">
                  <a:schemeClr val="tx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2BE0BA8D-562D-EFD4-E7C7-CE9A1644661F}"/>
              </a:ext>
            </a:extLst>
          </p:cNvPr>
          <p:cNvSpPr txBox="1"/>
          <p:nvPr/>
        </p:nvSpPr>
        <p:spPr>
          <a:xfrm>
            <a:off x="38100" y="6529015"/>
            <a:ext cx="645795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Faruque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Momeni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Manuscript in Preparation.</a:t>
            </a:r>
            <a:endParaRPr lang="en-US" sz="1400" b="1" dirty="0">
              <a:effectLst/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305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E8B12-BC8E-F3D3-2D3C-F24435110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90C26-17BE-E224-1781-D59BC7CE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4G-HDCNNP Calculated Quantum IR Spectra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A7DF2F-9807-2FD4-7D18-1886112A5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738187"/>
            <a:ext cx="5773029" cy="560546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experimental O-H stretch peak: 3420 cm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 shift for the classical OH stretch due to the neglect of NQEs.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inclusion of NQEs via the TRPMD and PA-CMD methods largely corrects this deviation. 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32-bead simulations, computationally expensive.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faster and more accurate methods.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14FA1-7E52-4857-57BA-33DA86C33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EF38-5AD9-5146-AC5D-BAE79971664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5FDAC3-005C-BD29-BA3A-6E2CE59FE1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90" b="76836"/>
          <a:stretch>
            <a:fillRect/>
          </a:stretch>
        </p:blipFill>
        <p:spPr>
          <a:xfrm>
            <a:off x="6620888" y="632282"/>
            <a:ext cx="4188273" cy="14434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DAAD05-04FF-EE7C-BA9F-52571001CB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82" t="22970" r="-392" b="55068"/>
          <a:stretch>
            <a:fillRect/>
          </a:stretch>
        </p:blipFill>
        <p:spPr>
          <a:xfrm>
            <a:off x="6639848" y="2062150"/>
            <a:ext cx="4188273" cy="13685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578E65-3355-F568-5E9C-1FD265710F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82" t="44894" r="-392" b="11386"/>
          <a:stretch>
            <a:fillRect/>
          </a:stretch>
        </p:blipFill>
        <p:spPr>
          <a:xfrm>
            <a:off x="6639848" y="3429830"/>
            <a:ext cx="4188273" cy="27244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BEAFE5-D7FE-11C8-1BA7-25AD116B02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38" t="88829" r="-392" b="133"/>
          <a:stretch>
            <a:fillRect/>
          </a:stretch>
        </p:blipFill>
        <p:spPr>
          <a:xfrm>
            <a:off x="6658808" y="6177237"/>
            <a:ext cx="4188273" cy="6807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4857A2-848B-65BC-879A-C95A05BB89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0" t="25755" r="90983" b="30071"/>
          <a:stretch>
            <a:fillRect/>
          </a:stretch>
        </p:blipFill>
        <p:spPr>
          <a:xfrm>
            <a:off x="6176962" y="2131783"/>
            <a:ext cx="400049" cy="2724466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C83847B-39BA-8187-04AB-7D97B3B806E9}"/>
              </a:ext>
            </a:extLst>
          </p:cNvPr>
          <p:cNvGrpSpPr/>
          <p:nvPr/>
        </p:nvGrpSpPr>
        <p:grpSpPr>
          <a:xfrm>
            <a:off x="8782050" y="2022074"/>
            <a:ext cx="1198211" cy="369332"/>
            <a:chOff x="8782050" y="2022074"/>
            <a:chExt cx="1198211" cy="36933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C3FB90-54CE-90F2-F924-7B5823EE441C}"/>
                </a:ext>
              </a:extLst>
            </p:cNvPr>
            <p:cNvSpPr txBox="1"/>
            <p:nvPr/>
          </p:nvSpPr>
          <p:spPr>
            <a:xfrm>
              <a:off x="8782050" y="2022074"/>
              <a:ext cx="9989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280 cm</a:t>
              </a:r>
              <a:r>
                <a:rPr lang="en-US" baseline="300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039F987-48B6-CAB1-82DF-44A367FC7909}"/>
                </a:ext>
              </a:extLst>
            </p:cNvPr>
            <p:cNvCxnSpPr/>
            <p:nvPr/>
          </p:nvCxnSpPr>
          <p:spPr>
            <a:xfrm>
              <a:off x="9694511" y="2188355"/>
              <a:ext cx="285750" cy="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98BFA2D-633C-F63B-5E83-8C5DD7658784}"/>
              </a:ext>
            </a:extLst>
          </p:cNvPr>
          <p:cNvGrpSpPr/>
          <p:nvPr/>
        </p:nvGrpSpPr>
        <p:grpSpPr>
          <a:xfrm>
            <a:off x="8539624" y="4772976"/>
            <a:ext cx="1089805" cy="369332"/>
            <a:chOff x="8539624" y="4772976"/>
            <a:chExt cx="1089805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7009AA8-740F-BEE8-A74C-1B9F2DDD94DC}"/>
                </a:ext>
              </a:extLst>
            </p:cNvPr>
            <p:cNvSpPr txBox="1"/>
            <p:nvPr/>
          </p:nvSpPr>
          <p:spPr>
            <a:xfrm>
              <a:off x="8539624" y="4772976"/>
              <a:ext cx="883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 cm</a:t>
              </a:r>
              <a:r>
                <a:rPr lang="en-US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C8C533A-AA70-B5DB-AEE5-5AF2F2E7F418}"/>
                </a:ext>
              </a:extLst>
            </p:cNvPr>
            <p:cNvCxnSpPr>
              <a:cxnSpLocks/>
            </p:cNvCxnSpPr>
            <p:nvPr/>
          </p:nvCxnSpPr>
          <p:spPr>
            <a:xfrm>
              <a:off x="9341464" y="4985060"/>
              <a:ext cx="287965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095564-6D05-006C-C67C-FCD49EA79575}"/>
              </a:ext>
            </a:extLst>
          </p:cNvPr>
          <p:cNvGrpSpPr/>
          <p:nvPr/>
        </p:nvGrpSpPr>
        <p:grpSpPr>
          <a:xfrm>
            <a:off x="8782050" y="3399613"/>
            <a:ext cx="1485900" cy="369332"/>
            <a:chOff x="8484165" y="3399613"/>
            <a:chExt cx="1485900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D626C1-AE18-E936-983B-BE7E2F71E6AC}"/>
                </a:ext>
              </a:extLst>
            </p:cNvPr>
            <p:cNvSpPr txBox="1"/>
            <p:nvPr/>
          </p:nvSpPr>
          <p:spPr>
            <a:xfrm>
              <a:off x="8484165" y="3399613"/>
              <a:ext cx="88357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 cm</a:t>
              </a:r>
              <a:r>
                <a:rPr lang="en-US" baseline="300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67E2A5F-9F47-72B4-9039-620D904C60A5}"/>
                </a:ext>
              </a:extLst>
            </p:cNvPr>
            <p:cNvCxnSpPr>
              <a:cxnSpLocks/>
            </p:cNvCxnSpPr>
            <p:nvPr/>
          </p:nvCxnSpPr>
          <p:spPr>
            <a:xfrm>
              <a:off x="9682100" y="3611697"/>
              <a:ext cx="28796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0532083-C2F4-BD73-794C-1D54D32F90D2}"/>
              </a:ext>
            </a:extLst>
          </p:cNvPr>
          <p:cNvSpPr txBox="1"/>
          <p:nvPr/>
        </p:nvSpPr>
        <p:spPr>
          <a:xfrm>
            <a:off x="0" y="6343650"/>
            <a:ext cx="64579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Bertie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Appl.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Spectrosc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1996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1047</a:t>
            </a:r>
          </a:p>
          <a:p>
            <a:r>
              <a:rPr lang="en-US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Faruque </a:t>
            </a:r>
            <a:r>
              <a:rPr lang="en-US" sz="14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J. Phys. Chem. Lett.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3240.</a:t>
            </a:r>
            <a:endParaRPr lang="en-US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158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F0C4D-4AFE-1588-1467-28C404D4C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BC2A3-9AE6-236C-E730-AC71BC80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4G-ML-CMD Method for Liquid Bulk Water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7ED0F094-7AD1-F405-522F-E5BF73E9A8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571500"/>
                <a:ext cx="5444459" cy="6286499"/>
              </a:xfrm>
            </p:spPr>
            <p:txBody>
              <a:bodyPr>
                <a:normAutofit/>
              </a:bodyPr>
              <a:lstStyle/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Centroid dynamics:</a:t>
                </a:r>
              </a:p>
              <a:p>
                <a:pPr marL="1371600" lvl="3" indent="0">
                  <a:buNone/>
                </a:pPr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ar-AE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600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CMD</m:t>
                          </m:r>
                        </m:sub>
                      </m:sSub>
                      <m:d>
                        <m:d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ar-AE" sz="260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ar-AE" sz="260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6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ar-AE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centroid potential of mean force (from PIMD) </a:t>
                </a:r>
              </a:p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Performing fully adiabatic CMD simulations requires expensive on-the-fly PIMD.</a:t>
                </a:r>
              </a:p>
              <a:p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ML-CMD: 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Learning the centroid force from PIMD</a:t>
                </a:r>
                <a:endParaRPr lang="en-US" sz="26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600" dirty="0"/>
                  <a:t>      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sz="26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∣"/>
                            <m:endChr m:val="∣"/>
                            <m:ctrlPr>
                              <a:rPr lang="ar-AE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sz="2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sz="26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ar-AE" sz="26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 sz="2600">
                                    <a:latin typeface="Cambria Math" panose="02040503050406030204" pitchFamily="18" charset="0"/>
                                  </a:rPr>
                                  <m:t>PIMD</m:t>
                                </m:r>
                              </m:sup>
                            </m:sSubSup>
                            <m:r>
                              <a:rPr lang="ar-AE" sz="26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ar-AE" sz="2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sz="26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ar-AE" sz="26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 sz="2600">
                                    <a:latin typeface="Cambria Math" panose="02040503050406030204" pitchFamily="18" charset="0"/>
                                  </a:rPr>
                                  <m:t>NN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ar-AE" sz="26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Classical cost, quantum accuracy. </a:t>
                </a:r>
              </a:p>
              <a:p>
                <a:pPr>
                  <a:lnSpc>
                    <a:spcPct val="100000"/>
                  </a:lnSpc>
                  <a:spcAft>
                    <a:spcPts val="600"/>
                  </a:spcAft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7ED0F094-7AD1-F405-522F-E5BF73E9A8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571500"/>
                <a:ext cx="5444459" cy="6286499"/>
              </a:xfrm>
              <a:blipFill>
                <a:blip r:embed="rId3"/>
                <a:stretch>
                  <a:fillRect l="-2098" t="-1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30203CF-D24C-7CB1-C9DA-C7506BB8BBB6}"/>
              </a:ext>
            </a:extLst>
          </p:cNvPr>
          <p:cNvSpPr txBox="1"/>
          <p:nvPr/>
        </p:nvSpPr>
        <p:spPr>
          <a:xfrm>
            <a:off x="46853" y="6334779"/>
            <a:ext cx="54444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Loose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Chem. Theory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5856.</a:t>
            </a:r>
          </a:p>
          <a:p>
            <a:r>
              <a:rPr lang="en-US" sz="1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Faruque</a:t>
            </a:r>
            <a:r>
              <a:rPr lang="en-US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Momeni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Manuscript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Preparation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D8D5C8-7286-0E45-E828-F48AD71F49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0143"/>
          <a:stretch/>
        </p:blipFill>
        <p:spPr>
          <a:xfrm>
            <a:off x="4742112" y="4274127"/>
            <a:ext cx="2829157" cy="15551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E2E1E2-9D30-A99E-BA03-A5CB5B170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7253" y="1906066"/>
            <a:ext cx="1640347" cy="98420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99337DE-3D35-0638-1A39-8575717CAFCD}"/>
              </a:ext>
            </a:extLst>
          </p:cNvPr>
          <p:cNvGrpSpPr/>
          <p:nvPr/>
        </p:nvGrpSpPr>
        <p:grpSpPr>
          <a:xfrm>
            <a:off x="7571269" y="648165"/>
            <a:ext cx="4468331" cy="6004203"/>
            <a:chOff x="7457879" y="807853"/>
            <a:chExt cx="4468331" cy="600420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4C73728-EC43-5DAC-2151-9337BB4CB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7457879" y="807853"/>
              <a:ext cx="4468331" cy="6004203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B9839E3-049A-085C-D458-FDB303114EFF}"/>
                </a:ext>
              </a:extLst>
            </p:cNvPr>
            <p:cNvGrpSpPr/>
            <p:nvPr/>
          </p:nvGrpSpPr>
          <p:grpSpPr>
            <a:xfrm>
              <a:off x="9809011" y="2234017"/>
              <a:ext cx="1373339" cy="3029930"/>
              <a:chOff x="9809011" y="2234017"/>
              <a:chExt cx="1373339" cy="302993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2DBF702-F284-4835-27E7-DD065A69A72C}"/>
                  </a:ext>
                </a:extLst>
              </p:cNvPr>
              <p:cNvGrpSpPr/>
              <p:nvPr/>
            </p:nvGrpSpPr>
            <p:grpSpPr>
              <a:xfrm>
                <a:off x="9809011" y="2234017"/>
                <a:ext cx="1174120" cy="3029930"/>
                <a:chOff x="2501970" y="4469627"/>
                <a:chExt cx="1180274" cy="3045811"/>
              </a:xfrm>
            </p:grpSpPr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D3B0ADA-B32F-285C-C0B4-E8B69D4CFF0F}"/>
                    </a:ext>
                  </a:extLst>
                </p:cNvPr>
                <p:cNvSpPr txBox="1"/>
                <p:nvPr/>
              </p:nvSpPr>
              <p:spPr>
                <a:xfrm>
                  <a:off x="2501970" y="5862941"/>
                  <a:ext cx="942996" cy="3941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40 cm</a:t>
                  </a:r>
                  <a:r>
                    <a:rPr lang="en-US" baseline="300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-1</a:t>
                  </a:r>
                  <a:endPara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7B80E42-260B-B35A-3ABD-0DA79D25F7E1}"/>
                    </a:ext>
                  </a:extLst>
                </p:cNvPr>
                <p:cNvSpPr txBox="1"/>
                <p:nvPr/>
              </p:nvSpPr>
              <p:spPr>
                <a:xfrm>
                  <a:off x="2564542" y="7144170"/>
                  <a:ext cx="888206" cy="3712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FF25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cm</a:t>
                  </a:r>
                  <a:r>
                    <a:rPr lang="en-US" baseline="30000" dirty="0">
                      <a:solidFill>
                        <a:srgbClr val="FF25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-1</a:t>
                  </a:r>
                  <a:endParaRPr lang="en-US" dirty="0">
                    <a:solidFill>
                      <a:srgbClr val="FF25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3436C63-16D8-9395-B690-1962C468DD20}"/>
                    </a:ext>
                  </a:extLst>
                </p:cNvPr>
                <p:cNvSpPr txBox="1"/>
                <p:nvPr/>
              </p:nvSpPr>
              <p:spPr>
                <a:xfrm>
                  <a:off x="2678017" y="4469627"/>
                  <a:ext cx="1004227" cy="3712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280 cm</a:t>
                  </a:r>
                  <a:r>
                    <a:rPr lang="en-US" baseline="300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-1</a:t>
                  </a:r>
                  <a:endParaRPr lang="en-US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482A2C25-3EBF-2694-A4A6-87651E155607}"/>
                  </a:ext>
                </a:extLst>
              </p:cNvPr>
              <p:cNvCxnSpPr/>
              <p:nvPr/>
            </p:nvCxnSpPr>
            <p:spPr>
              <a:xfrm>
                <a:off x="10896600" y="2400300"/>
                <a:ext cx="285750" cy="0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60A7C12-74BF-702E-B08B-C4FF230BF3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10850" y="3832151"/>
                <a:ext cx="287965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33AE2ED1-2150-301D-D215-45B7D3C277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68000" y="5115218"/>
                <a:ext cx="264582" cy="0"/>
              </a:xfrm>
              <a:prstGeom prst="straightConnector1">
                <a:avLst/>
              </a:prstGeom>
              <a:ln w="38100">
                <a:solidFill>
                  <a:srgbClr val="FF25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161A1D3-98D8-3FC0-FDB9-3002F2BEC73F}"/>
              </a:ext>
            </a:extLst>
          </p:cNvPr>
          <p:cNvGrpSpPr/>
          <p:nvPr/>
        </p:nvGrpSpPr>
        <p:grpSpPr>
          <a:xfrm>
            <a:off x="4334040" y="629776"/>
            <a:ext cx="3362160" cy="1426964"/>
            <a:chOff x="8496300" y="853274"/>
            <a:chExt cx="3362160" cy="1426964"/>
          </a:xfrm>
        </p:grpSpPr>
        <p:pic>
          <p:nvPicPr>
            <p:cNvPr id="6" name="Picture 5" descr="A picture containing blur, vector graphics&#10;&#10;Description automatically generated">
              <a:extLst>
                <a:ext uri="{FF2B5EF4-FFF2-40B4-BE49-F238E27FC236}">
                  <a16:creationId xmlns:a16="http://schemas.microsoft.com/office/drawing/2014/main" id="{94128E44-998B-E3A0-E3C8-C189C9ACD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96300" y="853274"/>
              <a:ext cx="3362160" cy="1426964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799603-1627-4821-EAEC-230F54E07204}"/>
                </a:ext>
              </a:extLst>
            </p:cNvPr>
            <p:cNvSpPr/>
            <p:nvPr/>
          </p:nvSpPr>
          <p:spPr>
            <a:xfrm>
              <a:off x="11105305" y="1406033"/>
              <a:ext cx="191345" cy="19134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B9D102-6498-7D56-1810-F1E820B39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EF38-5AD9-5146-AC5D-BAE79971664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124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3097F-8276-0570-70A9-D6A96A69E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E310A-27EE-F787-5A21-6DA219081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altLang="en-US" sz="4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SEIRAS</a:t>
            </a:r>
            <a:r>
              <a:rPr kumimoji="0" lang="en-US" altLang="en-US" sz="44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Spectra from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4G-ML-CMD of Au-H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Interfaces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81E6D-C067-1DD9-3001-67401A47E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EF38-5AD9-5146-AC5D-BAE79971664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9EB8BB4-93F3-CB09-1AFD-9E424ECE2C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1606" y="573673"/>
            <a:ext cx="4949539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Classical surface-enhanced infrared absorption spectra (SEIRAS)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Au/water show a blue shift in the OH stretch </a:t>
            </a:r>
            <a:r>
              <a:rPr kumimoji="0" lang="en-US" altLang="en-US" sz="22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20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inclusion of NQEs is expected to correct this deviation.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recently established the accuracy of BF-PIMD and BF-RPMD methods for calculating thermal equilibrium and dynamical properties of condensed-phase systems.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2817BD-78BA-C699-E3A2-A60633AA1F3A}"/>
              </a:ext>
            </a:extLst>
          </p:cNvPr>
          <p:cNvSpPr txBox="1"/>
          <p:nvPr/>
        </p:nvSpPr>
        <p:spPr>
          <a:xfrm>
            <a:off x="0" y="5903893"/>
            <a:ext cx="67246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" pitchFamily="2" charset="0"/>
                <a:cs typeface="Times New Roman" panose="02020603050405020304" pitchFamily="18" charset="0"/>
              </a:rPr>
              <a:t>London &amp; </a:t>
            </a:r>
            <a:r>
              <a:rPr lang="en-US" sz="1400" dirty="0" err="1">
                <a:latin typeface="Times" pitchFamily="2" charset="0"/>
                <a:cs typeface="Times New Roman" panose="02020603050405020304" pitchFamily="18" charset="0"/>
              </a:rPr>
              <a:t>Momeni</a:t>
            </a:r>
            <a:r>
              <a:rPr lang="en-US" sz="1400" dirty="0">
                <a:latin typeface="Times" pitchFamily="2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latin typeface="Times" pitchFamily="2" charset="0"/>
                <a:cs typeface="Times New Roman" panose="02020603050405020304" pitchFamily="18" charset="0"/>
              </a:rPr>
              <a:t>J. Chem. Phys.</a:t>
            </a:r>
            <a:r>
              <a:rPr lang="en-US" sz="1400" dirty="0">
                <a:latin typeface="Times" pitchFamily="2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latin typeface="Times" pitchFamily="2" charset="0"/>
                <a:cs typeface="Times New Roman" panose="02020603050405020304" pitchFamily="18" charset="0"/>
              </a:rPr>
              <a:t>2025</a:t>
            </a:r>
            <a:r>
              <a:rPr lang="en-US" sz="1400" dirty="0">
                <a:latin typeface="Times" pitchFamily="2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latin typeface="Times" pitchFamily="2" charset="0"/>
                <a:cs typeface="Times New Roman" panose="02020603050405020304" pitchFamily="18" charset="0"/>
              </a:rPr>
              <a:t>163</a:t>
            </a:r>
            <a:r>
              <a:rPr lang="en-US" sz="1400" dirty="0">
                <a:latin typeface="Times" pitchFamily="2" charset="0"/>
                <a:cs typeface="Times New Roman" panose="02020603050405020304" pitchFamily="18" charset="0"/>
              </a:rPr>
              <a:t>, 144123. </a:t>
            </a:r>
          </a:p>
          <a:p>
            <a:r>
              <a:rPr lang="en-US" sz="1400" dirty="0">
                <a:latin typeface="Times" pitchFamily="2" charset="0"/>
                <a:cs typeface="Times New Roman" panose="02020603050405020304" pitchFamily="18" charset="0"/>
              </a:rPr>
              <a:t>London &amp; </a:t>
            </a:r>
            <a:r>
              <a:rPr lang="en-US" sz="1400" dirty="0" err="1">
                <a:latin typeface="Times" pitchFamily="2" charset="0"/>
                <a:cs typeface="Times New Roman" panose="02020603050405020304" pitchFamily="18" charset="0"/>
              </a:rPr>
              <a:t>Momeni</a:t>
            </a:r>
            <a:r>
              <a:rPr lang="en-US" sz="1400" dirty="0">
                <a:latin typeface="Times" pitchFamily="2" charset="0"/>
                <a:cs typeface="Times New Roman" panose="02020603050405020304" pitchFamily="18" charset="0"/>
              </a:rPr>
              <a:t>, </a:t>
            </a:r>
            <a:r>
              <a:rPr lang="en-US" sz="1400" b="0" i="0" dirty="0">
                <a:effectLst/>
                <a:latin typeface="Times" pitchFamily="2" charset="0"/>
                <a:hlinkClick r:id="rId3"/>
              </a:rPr>
              <a:t>arXiv:2510.09961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Times" pitchFamily="2" charset="0"/>
              </a:rPr>
              <a:t> </a:t>
            </a:r>
            <a:r>
              <a:rPr lang="en-US" sz="1400" i="0" dirty="0">
                <a:solidFill>
                  <a:srgbClr val="000000"/>
                </a:solidFill>
                <a:effectLst/>
                <a:latin typeface="Times" pitchFamily="2" charset="0"/>
              </a:rPr>
              <a:t>[</a:t>
            </a:r>
            <a:r>
              <a:rPr lang="en-US" sz="1400" i="0" dirty="0" err="1">
                <a:solidFill>
                  <a:srgbClr val="000000"/>
                </a:solidFill>
                <a:effectLst/>
                <a:latin typeface="Times" pitchFamily="2" charset="0"/>
              </a:rPr>
              <a:t>physics.chem-ph</a:t>
            </a:r>
            <a:r>
              <a:rPr lang="en-US" sz="1400" i="0" dirty="0">
                <a:solidFill>
                  <a:srgbClr val="000000"/>
                </a:solidFill>
                <a:effectLst/>
                <a:latin typeface="Times" pitchFamily="2" charset="0"/>
              </a:rPr>
              <a:t>]</a:t>
            </a:r>
            <a:r>
              <a:rPr lang="en-US" sz="1400" dirty="0">
                <a:latin typeface="Times" pitchFamily="2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400" dirty="0">
                <a:latin typeface="Times" pitchFamily="2" charset="0"/>
                <a:cs typeface="Times New Roman" panose="02020603050405020304" pitchFamily="18" charset="0"/>
              </a:rPr>
              <a:t>London &amp; </a:t>
            </a:r>
            <a:r>
              <a:rPr lang="en-US" sz="1400" dirty="0" err="1">
                <a:latin typeface="Times" pitchFamily="2" charset="0"/>
                <a:cs typeface="Times New Roman" panose="02020603050405020304" pitchFamily="18" charset="0"/>
              </a:rPr>
              <a:t>Momeni</a:t>
            </a:r>
            <a:r>
              <a:rPr lang="en-US" sz="1400" dirty="0">
                <a:latin typeface="Times" pitchFamily="2" charset="0"/>
                <a:cs typeface="Times New Roman" panose="02020603050405020304" pitchFamily="18" charset="0"/>
              </a:rPr>
              <a:t>, </a:t>
            </a:r>
            <a:r>
              <a:rPr lang="en-US" sz="1400" b="0" i="0" dirty="0">
                <a:effectLst/>
                <a:latin typeface="Times" pitchFamily="2" charset="0"/>
              </a:rPr>
              <a:t>Manuscript Submitted</a:t>
            </a:r>
            <a:r>
              <a:rPr lang="en-US" sz="1400" dirty="0">
                <a:latin typeface="Times" pitchFamily="2" charset="0"/>
                <a:cs typeface="Times New Roman" panose="02020603050405020304" pitchFamily="18" charset="0"/>
              </a:rPr>
              <a:t>.</a:t>
            </a:r>
            <a:endParaRPr lang="en-US" sz="1400" b="1" dirty="0">
              <a:effectLst/>
              <a:latin typeface="Times" pitchFamily="2" charset="0"/>
              <a:cs typeface="Times New Roman" panose="02020603050405020304" pitchFamily="18" charset="0"/>
            </a:endParaRPr>
          </a:p>
          <a:p>
            <a:r>
              <a:rPr lang="en-US" sz="1400" b="1" dirty="0" err="1">
                <a:effectLst/>
                <a:latin typeface="Times" pitchFamily="2" charset="0"/>
                <a:cs typeface="Times New Roman" panose="02020603050405020304" pitchFamily="18" charset="0"/>
              </a:rPr>
              <a:t>Faruque</a:t>
            </a:r>
            <a:r>
              <a:rPr lang="en-US" sz="1400" b="1" dirty="0">
                <a:effectLst/>
                <a:latin typeface="Time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" pitchFamily="2" charset="0"/>
                <a:cs typeface="Times New Roman" panose="02020603050405020304" pitchFamily="18" charset="0"/>
              </a:rPr>
              <a:t>&amp; </a:t>
            </a:r>
            <a:r>
              <a:rPr lang="en-US" sz="1400" dirty="0" err="1">
                <a:latin typeface="Times" pitchFamily="2" charset="0"/>
                <a:cs typeface="Times New Roman" panose="02020603050405020304" pitchFamily="18" charset="0"/>
              </a:rPr>
              <a:t>Momeni</a:t>
            </a:r>
            <a:r>
              <a:rPr lang="en-US" sz="1400" dirty="0">
                <a:latin typeface="Times" pitchFamily="2" charset="0"/>
                <a:cs typeface="Times New Roman" panose="02020603050405020304" pitchFamily="18" charset="0"/>
              </a:rPr>
              <a:t>, Manuscript</a:t>
            </a:r>
            <a:r>
              <a:rPr lang="en-US" sz="1400" dirty="0">
                <a:effectLst/>
                <a:latin typeface="Times" pitchFamily="2" charset="0"/>
                <a:cs typeface="Times New Roman" panose="02020603050405020304" pitchFamily="18" charset="0"/>
              </a:rPr>
              <a:t> in Preparation</a:t>
            </a:r>
            <a:r>
              <a:rPr lang="en-US" sz="1400" dirty="0">
                <a:latin typeface="Times" pitchFamily="2" charset="0"/>
                <a:cs typeface="Times New Roman" panose="02020603050405020304" pitchFamily="18" charset="0"/>
              </a:rPr>
              <a:t>.</a:t>
            </a:r>
            <a:endParaRPr lang="en-US" sz="1400" dirty="0">
              <a:effectLst/>
              <a:latin typeface="Times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BD8A5EB-EBF9-15DE-931B-1BF6655C9870}"/>
              </a:ext>
            </a:extLst>
          </p:cNvPr>
          <p:cNvGrpSpPr/>
          <p:nvPr/>
        </p:nvGrpSpPr>
        <p:grpSpPr>
          <a:xfrm>
            <a:off x="5238750" y="742950"/>
            <a:ext cx="6807431" cy="4160096"/>
            <a:chOff x="6095999" y="640504"/>
            <a:chExt cx="5812631" cy="355216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38A686E-BF09-E817-8F4B-F08CB8FED22C}"/>
                </a:ext>
              </a:extLst>
            </p:cNvPr>
            <p:cNvGrpSpPr/>
            <p:nvPr/>
          </p:nvGrpSpPr>
          <p:grpSpPr>
            <a:xfrm>
              <a:off x="6095999" y="640504"/>
              <a:ext cx="5812631" cy="3552163"/>
              <a:chOff x="6095999" y="640504"/>
              <a:chExt cx="5812631" cy="3552163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4C96EA0C-23F0-C5A1-D67C-CBBB02FC5776}"/>
                  </a:ext>
                </a:extLst>
              </p:cNvPr>
              <p:cNvGrpSpPr/>
              <p:nvPr/>
            </p:nvGrpSpPr>
            <p:grpSpPr>
              <a:xfrm>
                <a:off x="6095999" y="640504"/>
                <a:ext cx="5812631" cy="3552163"/>
                <a:chOff x="2282082" y="3007895"/>
                <a:chExt cx="5777259" cy="3530546"/>
              </a:xfrm>
            </p:grpSpPr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27E1C749-9C34-E5A7-8D3B-D7CF6A3167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/>
                <a:stretch/>
              </p:blipFill>
              <p:spPr>
                <a:xfrm>
                  <a:off x="2282082" y="3007895"/>
                  <a:ext cx="5777259" cy="3530546"/>
                </a:xfrm>
                <a:prstGeom prst="rect">
                  <a:avLst/>
                </a:prstGeom>
              </p:spPr>
            </p:pic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2DE1B95-18E3-EC8B-5152-085B0C4C5BA3}"/>
                    </a:ext>
                  </a:extLst>
                </p:cNvPr>
                <p:cNvSpPr txBox="1"/>
                <p:nvPr/>
              </p:nvSpPr>
              <p:spPr>
                <a:xfrm>
                  <a:off x="4059119" y="4884268"/>
                  <a:ext cx="134729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Au-111/H</a:t>
                  </a:r>
                  <a:r>
                    <a:rPr lang="en-US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</a:p>
              </p:txBody>
            </p:sp>
          </p:grpSp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AB22427E-93EF-05EA-8946-2BBA2D5A95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6464" r="260" b="6471"/>
              <a:stretch>
                <a:fillRect/>
              </a:stretch>
            </p:blipFill>
            <p:spPr>
              <a:xfrm>
                <a:off x="7579366" y="800100"/>
                <a:ext cx="1755083" cy="1759664"/>
              </a:xfrm>
              <a:custGeom>
                <a:avLst/>
                <a:gdLst>
                  <a:gd name="csX0" fmla="*/ 2210928 w 4433428"/>
                  <a:gd name="csY0" fmla="*/ 0 h 4445000"/>
                  <a:gd name="csX1" fmla="*/ 4433428 w 4433428"/>
                  <a:gd name="csY1" fmla="*/ 2222500 h 4445000"/>
                  <a:gd name="csX2" fmla="*/ 2210928 w 4433428"/>
                  <a:gd name="csY2" fmla="*/ 4445000 h 4445000"/>
                  <a:gd name="csX3" fmla="*/ 33581 w 4433428"/>
                  <a:gd name="csY3" fmla="*/ 2670411 h 4445000"/>
                  <a:gd name="csX4" fmla="*/ 0 w 4433428"/>
                  <a:gd name="csY4" fmla="*/ 2450374 h 4445000"/>
                  <a:gd name="csX5" fmla="*/ 0 w 4433428"/>
                  <a:gd name="csY5" fmla="*/ 1994627 h 4445000"/>
                  <a:gd name="csX6" fmla="*/ 33581 w 4433428"/>
                  <a:gd name="csY6" fmla="*/ 1774589 h 4445000"/>
                  <a:gd name="csX7" fmla="*/ 2210928 w 4433428"/>
                  <a:gd name="csY7" fmla="*/ 0 h 4445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433428" h="4445000">
                    <a:moveTo>
                      <a:pt x="2210928" y="0"/>
                    </a:moveTo>
                    <a:cubicBezTo>
                      <a:pt x="3438381" y="0"/>
                      <a:pt x="4433428" y="995047"/>
                      <a:pt x="4433428" y="2222500"/>
                    </a:cubicBezTo>
                    <a:cubicBezTo>
                      <a:pt x="4433428" y="3449953"/>
                      <a:pt x="3438381" y="4445000"/>
                      <a:pt x="2210928" y="4445000"/>
                    </a:cubicBezTo>
                    <a:cubicBezTo>
                      <a:pt x="1136907" y="4445000"/>
                      <a:pt x="240821" y="3683167"/>
                      <a:pt x="33581" y="2670411"/>
                    </a:cubicBezTo>
                    <a:lnTo>
                      <a:pt x="0" y="2450374"/>
                    </a:lnTo>
                    <a:lnTo>
                      <a:pt x="0" y="1994627"/>
                    </a:lnTo>
                    <a:lnTo>
                      <a:pt x="33581" y="1774589"/>
                    </a:lnTo>
                    <a:cubicBezTo>
                      <a:pt x="240821" y="761833"/>
                      <a:pt x="1136907" y="0"/>
                      <a:pt x="2210928" y="0"/>
                    </a:cubicBezTo>
                    <a:close/>
                  </a:path>
                </a:pathLst>
              </a:custGeom>
            </p:spPr>
          </p:pic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343F0D5-8FEF-DAEB-4508-98DAC8697DE4}"/>
                </a:ext>
              </a:extLst>
            </p:cNvPr>
            <p:cNvSpPr txBox="1"/>
            <p:nvPr/>
          </p:nvSpPr>
          <p:spPr>
            <a:xfrm>
              <a:off x="10647262" y="1160482"/>
              <a:ext cx="9989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167 cm</a:t>
              </a:r>
              <a:r>
                <a:rPr lang="en-US" baseline="300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99E74DD0-CE21-C78E-F084-E8C8F2FEBA29}"/>
                </a:ext>
              </a:extLst>
            </p:cNvPr>
            <p:cNvCxnSpPr/>
            <p:nvPr/>
          </p:nvCxnSpPr>
          <p:spPr>
            <a:xfrm>
              <a:off x="10261094" y="1359855"/>
              <a:ext cx="285750" cy="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angle 3">
            <a:extLst>
              <a:ext uri="{FF2B5EF4-FFF2-40B4-BE49-F238E27FC236}">
                <a16:creationId xmlns:a16="http://schemas.microsoft.com/office/drawing/2014/main" id="{C3ADF525-BAEB-0902-EFA8-349351721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117009"/>
            <a:ext cx="11413844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4G-ML-CMD method based on the Bead-Fourier PIMD method will be developed to accurately and efficiently incorporate NQEs.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236C80-66E7-09B2-C42F-6B43824AC654}"/>
              </a:ext>
            </a:extLst>
          </p:cNvPr>
          <p:cNvSpPr txBox="1"/>
          <p:nvPr/>
        </p:nvSpPr>
        <p:spPr>
          <a:xfrm>
            <a:off x="6843520" y="6493073"/>
            <a:ext cx="34207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Times" pitchFamily="2" charset="0"/>
                <a:cs typeface="Times New Roman" panose="02020603050405020304" pitchFamily="18" charset="0"/>
              </a:rPr>
              <a:t>Ataka</a:t>
            </a:r>
            <a:r>
              <a:rPr lang="en-US" sz="1400" dirty="0">
                <a:latin typeface="Times" pitchFamily="2" charset="0"/>
                <a:cs typeface="Times New Roman" panose="02020603050405020304" pitchFamily="18" charset="0"/>
              </a:rPr>
              <a:t> </a:t>
            </a:r>
            <a:r>
              <a:rPr lang="en-US" sz="1400" i="1" dirty="0">
                <a:latin typeface="Times" pitchFamily="2" charset="0"/>
                <a:cs typeface="Times New Roman" panose="02020603050405020304" pitchFamily="18" charset="0"/>
              </a:rPr>
              <a:t>et al.,</a:t>
            </a:r>
            <a:r>
              <a:rPr lang="en-US" sz="1400" dirty="0">
                <a:latin typeface="Times" pitchFamily="2" charset="0"/>
                <a:cs typeface="Times New Roman" panose="02020603050405020304" pitchFamily="18" charset="0"/>
              </a:rPr>
              <a:t> </a:t>
            </a:r>
            <a:r>
              <a:rPr lang="en-US" sz="1400" i="1" dirty="0">
                <a:latin typeface="Times" pitchFamily="2" charset="0"/>
                <a:cs typeface="Times New Roman" panose="02020603050405020304" pitchFamily="18" charset="0"/>
              </a:rPr>
              <a:t>J. Phys. Chem., </a:t>
            </a:r>
            <a:r>
              <a:rPr lang="en-US" sz="1400" b="1" dirty="0">
                <a:latin typeface="Times" pitchFamily="2" charset="0"/>
                <a:cs typeface="Times New Roman" panose="02020603050405020304" pitchFamily="18" charset="0"/>
              </a:rPr>
              <a:t>1996</a:t>
            </a:r>
            <a:r>
              <a:rPr lang="en-US" sz="1400" b="1" i="1" dirty="0">
                <a:latin typeface="Times" pitchFamily="2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latin typeface="Times" pitchFamily="2" charset="0"/>
                <a:cs typeface="Times New Roman" panose="02020603050405020304" pitchFamily="18" charset="0"/>
              </a:rPr>
              <a:t>100.</a:t>
            </a:r>
          </a:p>
        </p:txBody>
      </p:sp>
    </p:spTree>
    <p:extLst>
      <p:ext uri="{BB962C8B-B14F-4D97-AF65-F5344CB8AC3E}">
        <p14:creationId xmlns:p14="http://schemas.microsoft.com/office/powerpoint/2010/main" val="355073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63DFC-A596-3C5B-E0E0-86EA68F62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1F3C622F-6B9A-3B8F-F8D2-7B0ADC6FD8AF}"/>
              </a:ext>
            </a:extLst>
          </p:cNvPr>
          <p:cNvGrpSpPr/>
          <p:nvPr/>
        </p:nvGrpSpPr>
        <p:grpSpPr>
          <a:xfrm>
            <a:off x="7924800" y="852092"/>
            <a:ext cx="3850231" cy="4437952"/>
            <a:chOff x="8132219" y="2248598"/>
            <a:chExt cx="3850231" cy="443795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665EDF5-322A-A67B-C342-74C977E19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5156"/>
            <a:stretch>
              <a:fillRect/>
            </a:stretch>
          </p:blipFill>
          <p:spPr>
            <a:xfrm>
              <a:off x="8132219" y="2248598"/>
              <a:ext cx="3793081" cy="194787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3CACB01-7B5D-AABB-1D9E-D546A6F68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6015" b="41"/>
            <a:stretch>
              <a:fillRect/>
            </a:stretch>
          </p:blipFill>
          <p:spPr>
            <a:xfrm>
              <a:off x="8189369" y="4343400"/>
              <a:ext cx="3793081" cy="234315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B133136-BE47-3350-2D90-CFC905D49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and 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A5198-842F-52FA-480B-4340EF6E5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EF38-5AD9-5146-AC5D-BAE79971664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B3EACAB-B74B-D99E-7F22-9522385C7C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9550" y="800100"/>
            <a:ext cx="691515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4G-ML-CMD is a fast and accurate method for calculating quantum IR spectra.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will involve SEIRAS quantum spectral simulations of the high- and low-index Au-water interface systems using the developed 4G-ML-CMD framework based on BF-PIMD.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Expanding the applications of 4G-ML-CMD to study vibrational strong coupling in polaritonic chemistry.</a:t>
            </a:r>
            <a:endParaRPr kumimoji="0" lang="en-US" altLang="en-US" sz="240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445CF3-BDA6-502C-12AC-AF39A2A67C5B}"/>
              </a:ext>
            </a:extLst>
          </p:cNvPr>
          <p:cNvSpPr txBox="1"/>
          <p:nvPr/>
        </p:nvSpPr>
        <p:spPr>
          <a:xfrm>
            <a:off x="0" y="6334780"/>
            <a:ext cx="4095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al., ACS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2015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9, 5089.</a:t>
            </a:r>
            <a:r>
              <a:rPr lang="en-US" sz="1400" b="1" dirty="0">
                <a:effectLst/>
                <a:latin typeface="Times" pitchFamily="2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400" b="1" dirty="0" err="1">
                <a:effectLst/>
                <a:latin typeface="Times" pitchFamily="2" charset="0"/>
                <a:cs typeface="Times New Roman" panose="02020603050405020304" pitchFamily="18" charset="0"/>
              </a:rPr>
              <a:t>Faruque</a:t>
            </a:r>
            <a:r>
              <a:rPr lang="en-US" sz="1400" b="1" dirty="0">
                <a:effectLst/>
                <a:latin typeface="Times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" pitchFamily="2" charset="0"/>
                <a:cs typeface="Times New Roman" panose="02020603050405020304" pitchFamily="18" charset="0"/>
              </a:rPr>
              <a:t>&amp; </a:t>
            </a:r>
            <a:r>
              <a:rPr lang="en-US" sz="1400" dirty="0" err="1">
                <a:latin typeface="Times" pitchFamily="2" charset="0"/>
                <a:cs typeface="Times New Roman" panose="02020603050405020304" pitchFamily="18" charset="0"/>
              </a:rPr>
              <a:t>Momeni</a:t>
            </a:r>
            <a:r>
              <a:rPr lang="en-US" sz="1400" dirty="0">
                <a:latin typeface="Times" pitchFamily="2" charset="0"/>
                <a:cs typeface="Times New Roman" panose="02020603050405020304" pitchFamily="18" charset="0"/>
              </a:rPr>
              <a:t>, Manuscript</a:t>
            </a:r>
            <a:r>
              <a:rPr lang="en-US" sz="1400" dirty="0">
                <a:effectLst/>
                <a:latin typeface="Times" pitchFamily="2" charset="0"/>
                <a:cs typeface="Times New Roman" panose="02020603050405020304" pitchFamily="18" charset="0"/>
              </a:rPr>
              <a:t> in Preparation</a:t>
            </a:r>
            <a:r>
              <a:rPr lang="en-US" sz="1400" dirty="0">
                <a:latin typeface="Times" pitchFamily="2" charset="0"/>
                <a:cs typeface="Times New Roman" panose="02020603050405020304" pitchFamily="18" charset="0"/>
              </a:rPr>
              <a:t>.</a:t>
            </a:r>
            <a:endParaRPr lang="en-US" sz="1400" dirty="0">
              <a:effectLst/>
              <a:latin typeface="Times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78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10DAB-6DA1-35FC-F273-9773B0E69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people posing for a photo&#10;&#10;Description automatically generated">
            <a:extLst>
              <a:ext uri="{FF2B5EF4-FFF2-40B4-BE49-F238E27FC236}">
                <a16:creationId xmlns:a16="http://schemas.microsoft.com/office/drawing/2014/main" id="{5B60E29F-CAE0-2ACE-B016-5BDC14862B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97"/>
          <a:stretch/>
        </p:blipFill>
        <p:spPr>
          <a:xfrm>
            <a:off x="263354" y="691909"/>
            <a:ext cx="7876603" cy="5506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66F6CC-68AE-3150-B4B1-F497BD7A7F4E}"/>
              </a:ext>
            </a:extLst>
          </p:cNvPr>
          <p:cNvSpPr txBox="1"/>
          <p:nvPr/>
        </p:nvSpPr>
        <p:spPr>
          <a:xfrm>
            <a:off x="263354" y="6258186"/>
            <a:ext cx="7876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L: Nathan London, Quadri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Adewuyi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Limbu, Mohammad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Momeni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Suchona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Akter, Md Omar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Faruque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25220F-D3E9-0C62-95E9-F19A78B4004B}"/>
              </a:ext>
            </a:extLst>
          </p:cNvPr>
          <p:cNvSpPr txBox="1"/>
          <p:nvPr/>
        </p:nvSpPr>
        <p:spPr>
          <a:xfrm>
            <a:off x="0" y="237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45D354-815A-83E4-1EBE-A97FE25246B4}"/>
              </a:ext>
            </a:extLst>
          </p:cNvPr>
          <p:cNvCxnSpPr/>
          <p:nvPr/>
        </p:nvCxnSpPr>
        <p:spPr>
          <a:xfrm>
            <a:off x="609600" y="581631"/>
            <a:ext cx="109728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58B2C826-08C7-0E8D-350D-3F11767F2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637" y="4305492"/>
            <a:ext cx="1887600" cy="1523808"/>
          </a:xfrm>
          <a:prstGeom prst="rect">
            <a:avLst/>
          </a:prstGeom>
        </p:spPr>
      </p:pic>
      <p:pic>
        <p:nvPicPr>
          <p:cNvPr id="18" name="Picture 17" descr="A logo of a globe with a gold ring&#10;&#10;Description automatically generated">
            <a:extLst>
              <a:ext uri="{FF2B5EF4-FFF2-40B4-BE49-F238E27FC236}">
                <a16:creationId xmlns:a16="http://schemas.microsoft.com/office/drawing/2014/main" id="{7B356C4D-D80C-A778-1719-36E2E7C6FF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3641" y="4305492"/>
            <a:ext cx="1366389" cy="13727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F4B12F-7039-3B86-DD87-ACAEBED7646B}"/>
              </a:ext>
            </a:extLst>
          </p:cNvPr>
          <p:cNvSpPr txBox="1"/>
          <p:nvPr/>
        </p:nvSpPr>
        <p:spPr>
          <a:xfrm>
            <a:off x="8553450" y="628650"/>
            <a:ext cx="2914259" cy="2085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Mohammad R. Momeni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mates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Nathan London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Suchona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Akter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Adewuyi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blue and green logo&#10;&#10;Description automatically generated">
            <a:extLst>
              <a:ext uri="{FF2B5EF4-FFF2-40B4-BE49-F238E27FC236}">
                <a16:creationId xmlns:a16="http://schemas.microsoft.com/office/drawing/2014/main" id="{6A6B6D40-3675-3971-3C1B-570AA54BFF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1659" y="6029496"/>
            <a:ext cx="3399980" cy="463633"/>
          </a:xfrm>
          <a:prstGeom prst="rect">
            <a:avLst/>
          </a:prstGeom>
        </p:spPr>
      </p:pic>
      <p:pic>
        <p:nvPicPr>
          <p:cNvPr id="5" name="Picture 4" descr="A green and white sign&#10;&#10;Description automatically generated">
            <a:extLst>
              <a:ext uri="{FF2B5EF4-FFF2-40B4-BE49-F238E27FC236}">
                <a16:creationId xmlns:a16="http://schemas.microsoft.com/office/drawing/2014/main" id="{667DA2FD-6264-0052-7172-643594EAF4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146" y="3500732"/>
            <a:ext cx="3534592" cy="59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6983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8|16.9|23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E770B2F-7B11-D74F-AEE2-56187535C5AF}">
  <we:reference id="wa200006214" version="1.0.0.0" store="en-US" storeType="OMEX"/>
  <we:alternateReferences>
    <we:reference id="WA200006214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91139</TotalTime>
  <Words>819</Words>
  <Application>Microsoft Macintosh PowerPoint</Application>
  <PresentationFormat>Widescreen</PresentationFormat>
  <Paragraphs>146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Cambria Math</vt:lpstr>
      <vt:lpstr>Times</vt:lpstr>
      <vt:lpstr>Times New Roman</vt:lpstr>
      <vt:lpstr>Wingdings</vt:lpstr>
      <vt:lpstr>Office Theme</vt:lpstr>
      <vt:lpstr>Accurate and Efficient Vibrational Spectra from 4G-NNPs Combined with Path Integral Quantum Dynamics Methods</vt:lpstr>
      <vt:lpstr>PowerPoint Presentation</vt:lpstr>
      <vt:lpstr>Different Generations of HDNNPs</vt:lpstr>
      <vt:lpstr>Architecture of 4G-HDNNPs</vt:lpstr>
      <vt:lpstr>PowerPoint Presentation</vt:lpstr>
      <vt:lpstr>Workflow</vt:lpstr>
      <vt:lpstr>4G-HDCNNP Calculated Quantum IR Spectra</vt:lpstr>
      <vt:lpstr>4G-ML-CMD Method for Liquid Bulk Water</vt:lpstr>
      <vt:lpstr>SEIRAS Spectra from 4G-ML-CMD of Au-H2O Interfaces </vt:lpstr>
      <vt:lpstr>Conclusions and 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Faruque, Md Omar (UMKC-Student)</dc:creator>
  <cp:lastModifiedBy>Faruque, Md Omar (UMKC-Student)</cp:lastModifiedBy>
  <cp:revision>302</cp:revision>
  <dcterms:created xsi:type="dcterms:W3CDTF">2024-11-11T18:08:34Z</dcterms:created>
  <dcterms:modified xsi:type="dcterms:W3CDTF">2026-10-26T02:52:07Z</dcterms:modified>
</cp:coreProperties>
</file>